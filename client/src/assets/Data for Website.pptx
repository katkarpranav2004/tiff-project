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0" r:id="rId9"/>
    <p:sldId id="267" r:id="rId10"/>
    <p:sldId id="261" r:id="rId11"/>
    <p:sldId id="262" r:id="rId12"/>
    <p:sldId id="583" r:id="rId13"/>
    <p:sldId id="541" r:id="rId14"/>
    <p:sldId id="556" r:id="rId15"/>
    <p:sldId id="561" r:id="rId16"/>
    <p:sldId id="557" r:id="rId17"/>
    <p:sldId id="550" r:id="rId18"/>
    <p:sldId id="542" r:id="rId19"/>
    <p:sldId id="559" r:id="rId20"/>
    <p:sldId id="543" r:id="rId21"/>
    <p:sldId id="545" r:id="rId22"/>
    <p:sldId id="555" r:id="rId23"/>
    <p:sldId id="580" r:id="rId24"/>
    <p:sldId id="558" r:id="rId25"/>
    <p:sldId id="560" r:id="rId26"/>
    <p:sldId id="562" r:id="rId27"/>
    <p:sldId id="544" r:id="rId28"/>
    <p:sldId id="553" r:id="rId29"/>
    <p:sldId id="546" r:id="rId30"/>
    <p:sldId id="551" r:id="rId31"/>
    <p:sldId id="552" r:id="rId32"/>
    <p:sldId id="582" r:id="rId33"/>
    <p:sldId id="563" r:id="rId34"/>
    <p:sldId id="26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AD5C-CE14-C8C1-C57E-19C2B8259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3FE23-5EB7-499A-AF95-803A65D1A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17908-3552-184C-DC41-A1A91C90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D2800-B001-3779-EBDC-140539E5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26C2D-629F-F3E8-BBDB-9E3FBFB1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8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5A41-BDEB-B142-C66C-D08C61EF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56AF-491E-19D1-B34D-1646E7AF1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6410D-24BE-8917-ED05-B223C5A8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5FE90-3C5A-567E-1C6D-48DF92B0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3C789-B11B-A131-6F74-0F1898C0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78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89F8-C817-DC29-703B-7AE1FE2E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9A335-0ADA-AF96-A883-0F291E56F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5B302-C27B-FCD1-2790-F25A1088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C2B96-03BD-1356-8997-FCC70D4F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62E8-0C3F-B29D-AB8F-7687CA46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10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B581-C350-39DE-3564-926D9FDE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85A7-0015-7EAF-2FBC-3C9A08FF9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822C9-D0E0-8572-C9A5-F144F7901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A2947-315A-2236-CADB-BCA7CB94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B82D8-5CA0-6E3D-C138-E6A03F92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82EA1-D372-A515-1765-5A77AC57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3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2C2F-B5A8-6905-C2F8-BB3C8ABD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1E705-3A6C-6151-1EED-ED014A1A2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5D173-6907-0651-EF57-1F1145305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FA057-18BC-59DB-6987-FF4531CFC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A52FB-C4F1-38B6-EB28-F1565B977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8289F-C590-4802-E19E-6D989EE1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90C2D-8D48-B102-C4BD-89EA21A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8FA38-6B20-CA10-4C6F-7A041279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43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239C-24C0-72EB-54B2-DF88D7B5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7A867-B575-1748-B6E7-ABE0051F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6D487-5D81-3392-8734-696AE630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E3FEC-E0F4-57F8-F1C2-9383A84E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3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56B24-1238-33F2-487D-C96378C5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1951-FCF9-83FA-FB9A-1B30F52F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698C1-4CB8-5E98-3860-7DE68947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DEFC-2C56-1B76-854D-60B1A1C8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1D78-FF82-FCCA-A97B-DEBEF1160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B5BA9-39FA-4B86-7366-F4C7DED4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815BB-484C-6B46-C198-21502A1B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1DB8B-81F5-5C1B-15B1-C0EF0396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0789-D588-3A79-E079-8780E214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DA54-77B7-172E-E971-3CE9413DD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7BB6E-EA58-2484-4967-AAE774C44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9D8E5-4731-523A-E2B8-659EE5B70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5F3DE-ACB2-9ED4-4CB3-DC56D38E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1FE28-9EEC-E98D-33AB-C5744044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20864-5662-60EF-D998-5A90AD78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9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82C7-F69A-EF33-77D7-8BCFD5CC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8B73B-0694-81E9-1D52-A31622C36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2CD3E-0158-031F-0CEA-6346075F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92A5-9D5F-0E6F-5E54-39F8F76C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CEB64-C781-F26F-153A-9C9E3929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92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5424B-05B5-9312-5A66-72202B239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7B137-C460-DD65-6A7D-61C7B44F2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35A6D-9B1A-EA60-0383-1A1EBA8D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025F8-71C2-FD27-57DB-75502E79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039B-D2D6-BEB3-99EA-F4859952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1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CCCA6-2D76-8F5F-A8F7-49A07F5B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8C656-DC84-FE39-DD10-D7B9BD134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FDA-8941-938F-E66D-430C9F904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033F2-4291-4D73-8D8C-909FB5DE219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1558F-5E9D-A720-7189-664217660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7480-6496-CAA4-321D-D246DD1F6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A4E81-7461-4C09-8BDA-CD1AEE877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76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9.org&amp;utm_campaign=index&amp;utm_content=origi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org&amp;utm_campaign=index&amp;utm_content=original"/><Relationship Id="rId10" Type="http://schemas.openxmlformats.org/officeDocument/2006/relationships/image" Target="../media/image18.png"/><Relationship Id="rId4" Type="http://schemas.openxmlformats.org/officeDocument/2006/relationships/image" Target="../media/image13.org&amp;utm_campaign=index&amp;utm_content=thumbnail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5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4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jpeg"/><Relationship Id="rId4" Type="http://schemas.openxmlformats.org/officeDocument/2006/relationships/image" Target="../media/image8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6FE8-B0D7-8C26-F544-A7B884E47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2093C-6DAE-BD56-5148-EAA17B768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66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34C1-150B-17A5-2073-5DB7717E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1. Brand assets – TISS Incube, TISS &amp; BMCWS logos + any brand guidelines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DE52A-90F5-EAFC-8548-ABD87C369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0" y="1629114"/>
            <a:ext cx="2997379" cy="2656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BFB982-E740-DEA7-68F3-5A8517B0F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053" y="1690688"/>
            <a:ext cx="2841905" cy="2518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7593E-FFB1-12DB-867D-7325ECF87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612" y="4548131"/>
            <a:ext cx="1944744" cy="1944744"/>
          </a:xfrm>
          <a:prstGeom prst="rect">
            <a:avLst/>
          </a:prstGeom>
        </p:spPr>
      </p:pic>
      <p:pic>
        <p:nvPicPr>
          <p:cNvPr id="11" name="Picture 10" descr="The Bombay Mothers and Children Welfare Society">
            <a:extLst>
              <a:ext uri="{FF2B5EF4-FFF2-40B4-BE49-F238E27FC236}">
                <a16:creationId xmlns:a16="http://schemas.microsoft.com/office/drawing/2014/main" id="{77721DD5-93B6-F8E6-B77A-75649C610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829" y="4285229"/>
            <a:ext cx="5715000" cy="24483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10CF68-69EB-B813-C092-C1B82A0948AA}"/>
              </a:ext>
            </a:extLst>
          </p:cNvPr>
          <p:cNvSpPr txBox="1"/>
          <p:nvPr/>
        </p:nvSpPr>
        <p:spPr>
          <a:xfrm>
            <a:off x="1619592" y="373380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TIF Jpeg file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F3820A-C698-8E10-5CBF-7A3628E50C5D}"/>
              </a:ext>
            </a:extLst>
          </p:cNvPr>
          <p:cNvSpPr txBox="1"/>
          <p:nvPr/>
        </p:nvSpPr>
        <p:spPr>
          <a:xfrm>
            <a:off x="4853352" y="3693132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TIF </a:t>
            </a:r>
            <a:r>
              <a:rPr lang="en-US" dirty="0" err="1"/>
              <a:t>png</a:t>
            </a:r>
            <a:r>
              <a:rPr lang="en-US" dirty="0"/>
              <a:t>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54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AD90-DBF0-6184-B236-79F03440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Photos – High-quality photos of team, founders, field visits, workshops, events, communities,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BDF9-9B1D-E6D0-4ECE-3D02B1BF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71" y="2463574"/>
            <a:ext cx="3491638" cy="2565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8A9421-556D-7443-BAD0-1715250AE939}"/>
              </a:ext>
            </a:extLst>
          </p:cNvPr>
          <p:cNvSpPr txBox="1"/>
          <p:nvPr/>
        </p:nvSpPr>
        <p:spPr>
          <a:xfrm>
            <a:off x="1360715" y="1854022"/>
            <a:ext cx="231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TIF Leadership Team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C3F78-7CCA-97BA-B988-D95D7FD2B3DC}"/>
              </a:ext>
            </a:extLst>
          </p:cNvPr>
          <p:cNvSpPr txBox="1"/>
          <p:nvPr/>
        </p:nvSpPr>
        <p:spPr>
          <a:xfrm>
            <a:off x="838201" y="5292546"/>
            <a:ext cx="4561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 Satyajit Majumdar</a:t>
            </a:r>
          </a:p>
          <a:p>
            <a:r>
              <a:rPr lang="en-US" dirty="0"/>
              <a:t>Managing Director, TIF</a:t>
            </a:r>
          </a:p>
          <a:p>
            <a:r>
              <a:rPr lang="en-US" dirty="0"/>
              <a:t>Ex- Professor and Dean – School of Management and </a:t>
            </a:r>
            <a:r>
              <a:rPr lang="en-US" dirty="0" err="1"/>
              <a:t>Labour</a:t>
            </a:r>
            <a:r>
              <a:rPr lang="en-US" dirty="0"/>
              <a:t> Studies,</a:t>
            </a:r>
          </a:p>
          <a:p>
            <a:r>
              <a:rPr lang="en-US" dirty="0"/>
              <a:t>Tata Institute of Social Sciences, Mumbai</a:t>
            </a:r>
            <a:endParaRPr lang="en-IN" dirty="0"/>
          </a:p>
        </p:txBody>
      </p:sp>
      <p:pic>
        <p:nvPicPr>
          <p:cNvPr id="22" name="Graphic 21" descr="Coal India - Wikipedia">
            <a:extLst>
              <a:ext uri="{FF2B5EF4-FFF2-40B4-BE49-F238E27FC236}">
                <a16:creationId xmlns:a16="http://schemas.microsoft.com/office/drawing/2014/main" id="{C88CCD6C-2E82-EE6D-0BEE-03B4BBB53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6363" y="2345871"/>
            <a:ext cx="1595260" cy="2166257"/>
          </a:xfrm>
          <a:prstGeom prst="rect">
            <a:avLst/>
          </a:prstGeom>
        </p:spPr>
      </p:pic>
      <p:pic>
        <p:nvPicPr>
          <p:cNvPr id="23" name="Graphic 22" descr="Indian Statistical Institute - Wikipedia">
            <a:extLst>
              <a:ext uri="{FF2B5EF4-FFF2-40B4-BE49-F238E27FC236}">
                <a16:creationId xmlns:a16="http://schemas.microsoft.com/office/drawing/2014/main" id="{ABA9F58E-8F8A-506F-A708-650B1DE33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1669" y="2345870"/>
            <a:ext cx="1717902" cy="21367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AA3BD76-875F-5269-0ADC-67F419A784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98" y="2345870"/>
            <a:ext cx="1944744" cy="1944744"/>
          </a:xfrm>
          <a:prstGeom prst="rect">
            <a:avLst/>
          </a:prstGeom>
        </p:spPr>
      </p:pic>
      <p:pic>
        <p:nvPicPr>
          <p:cNvPr id="28" name="Picture 27" descr="Login">
            <a:extLst>
              <a:ext uri="{FF2B5EF4-FFF2-40B4-BE49-F238E27FC236}">
                <a16:creationId xmlns:a16="http://schemas.microsoft.com/office/drawing/2014/main" id="{FC048781-3697-C124-F8D3-E0A9129E4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338" y="4934540"/>
            <a:ext cx="3913592" cy="1305758"/>
          </a:xfrm>
          <a:prstGeom prst="rect">
            <a:avLst/>
          </a:prstGeom>
        </p:spPr>
      </p:pic>
      <p:pic>
        <p:nvPicPr>
          <p:cNvPr id="29" name="Picture 28" descr="Shri Govindram Seksaria Institute of Technology and Science - Wikipedia">
            <a:extLst>
              <a:ext uri="{FF2B5EF4-FFF2-40B4-BE49-F238E27FC236}">
                <a16:creationId xmlns:a16="http://schemas.microsoft.com/office/drawing/2014/main" id="{DEEDC241-E900-094A-3B7B-989A5311D6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014" y="4618265"/>
            <a:ext cx="1666875" cy="1714500"/>
          </a:xfrm>
          <a:prstGeom prst="rect">
            <a:avLst/>
          </a:prstGeom>
        </p:spPr>
      </p:pic>
      <p:pic>
        <p:nvPicPr>
          <p:cNvPr id="30" name="Picture 29" descr="Birla Institute of Technology and Science, Pilani (BITS Pilani) - data.org">
            <a:extLst>
              <a:ext uri="{FF2B5EF4-FFF2-40B4-BE49-F238E27FC236}">
                <a16:creationId xmlns:a16="http://schemas.microsoft.com/office/drawing/2014/main" id="{A2AED2FB-8486-FAFB-1CF4-C5C492FAD1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1148" y="4290614"/>
            <a:ext cx="1636084" cy="20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2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DB52-CCD7-091C-FD91-63AA4DAA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3848-E296-F3A0-BB7D-C92E714F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Photos – High-quality photos of team, founders, field visits, workshops, events, communities, etc.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30B92-7C3A-C986-78EA-52C9C30A61E1}"/>
              </a:ext>
            </a:extLst>
          </p:cNvPr>
          <p:cNvSpPr txBox="1"/>
          <p:nvPr/>
        </p:nvSpPr>
        <p:spPr>
          <a:xfrm>
            <a:off x="108857" y="1943106"/>
            <a:ext cx="231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TIF Leadership Team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6A139B-F195-B5DC-ADD9-D602A56F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32" y="2413717"/>
            <a:ext cx="1750764" cy="2452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A43C9F-0C7E-4592-53C8-7D9EF3B141AA}"/>
              </a:ext>
            </a:extLst>
          </p:cNvPr>
          <p:cNvSpPr txBox="1"/>
          <p:nvPr/>
        </p:nvSpPr>
        <p:spPr>
          <a:xfrm>
            <a:off x="277493" y="5226665"/>
            <a:ext cx="4561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Sujay Dixit</a:t>
            </a:r>
          </a:p>
          <a:p>
            <a:r>
              <a:rPr lang="en-US" dirty="0"/>
              <a:t>CEO, TIF</a:t>
            </a:r>
          </a:p>
          <a:p>
            <a:r>
              <a:rPr lang="en-US" dirty="0"/>
              <a:t>Ex- Unilever, Glenmark Pharma, Hindustan Coca Cola Beverages Pvt Ltd., Celio</a:t>
            </a:r>
            <a:endParaRPr lang="en-IN" dirty="0"/>
          </a:p>
        </p:txBody>
      </p:sp>
      <p:pic>
        <p:nvPicPr>
          <p:cNvPr id="11" name="Picture 10" descr="HCCB">
            <a:extLst>
              <a:ext uri="{FF2B5EF4-FFF2-40B4-BE49-F238E27FC236}">
                <a16:creationId xmlns:a16="http://schemas.microsoft.com/office/drawing/2014/main" id="{06AE1BC5-503F-D73F-FDB8-B94C57EA2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62" y="2312438"/>
            <a:ext cx="3317654" cy="1482355"/>
          </a:xfrm>
          <a:prstGeom prst="rect">
            <a:avLst/>
          </a:prstGeom>
        </p:spPr>
      </p:pic>
      <p:pic>
        <p:nvPicPr>
          <p:cNvPr id="12" name="Picture 11" descr="Unilever - Wikipedia">
            <a:extLst>
              <a:ext uri="{FF2B5EF4-FFF2-40B4-BE49-F238E27FC236}">
                <a16:creationId xmlns:a16="http://schemas.microsoft.com/office/drawing/2014/main" id="{B0437E9E-36C8-A369-E298-C2E209AFC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050" y="2427042"/>
            <a:ext cx="1339036" cy="1482355"/>
          </a:xfrm>
          <a:prstGeom prst="rect">
            <a:avLst/>
          </a:prstGeom>
        </p:spPr>
      </p:pic>
      <p:pic>
        <p:nvPicPr>
          <p:cNvPr id="14" name="Picture 13" descr="File:Glenmark Pharmaceuticals logo.png - Wikipedia">
            <a:extLst>
              <a:ext uri="{FF2B5EF4-FFF2-40B4-BE49-F238E27FC236}">
                <a16:creationId xmlns:a16="http://schemas.microsoft.com/office/drawing/2014/main" id="{DE6D6777-41DA-AFF4-2B4C-7803305A8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674" y="2307663"/>
            <a:ext cx="2377712" cy="1325563"/>
          </a:xfrm>
          <a:prstGeom prst="rect">
            <a:avLst/>
          </a:prstGeom>
        </p:spPr>
      </p:pic>
      <p:pic>
        <p:nvPicPr>
          <p:cNvPr id="15" name="Picture 14" descr="celio (@celioOFFICIAL) • Facebook">
            <a:extLst>
              <a:ext uri="{FF2B5EF4-FFF2-40B4-BE49-F238E27FC236}">
                <a16:creationId xmlns:a16="http://schemas.microsoft.com/office/drawing/2014/main" id="{317EBD8F-4051-3F48-B1CF-7CF79168F6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096" b="39160"/>
          <a:stretch>
            <a:fillRect/>
          </a:stretch>
        </p:blipFill>
        <p:spPr>
          <a:xfrm>
            <a:off x="2298919" y="4002363"/>
            <a:ext cx="2171869" cy="602552"/>
          </a:xfrm>
          <a:prstGeom prst="rect">
            <a:avLst/>
          </a:prstGeom>
        </p:spPr>
      </p:pic>
      <p:pic>
        <p:nvPicPr>
          <p:cNvPr id="19" name="Picture 18" descr="ACC Limited | Company Profile">
            <a:extLst>
              <a:ext uri="{FF2B5EF4-FFF2-40B4-BE49-F238E27FC236}">
                <a16:creationId xmlns:a16="http://schemas.microsoft.com/office/drawing/2014/main" id="{CD78A18F-DD74-0854-6787-62534CADB1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477" t="28985" r="27244" b="37480"/>
          <a:stretch>
            <a:fillRect/>
          </a:stretch>
        </p:blipFill>
        <p:spPr>
          <a:xfrm>
            <a:off x="5094906" y="3986146"/>
            <a:ext cx="1750765" cy="6596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494397-A2C9-9C86-291C-B73F67D7BA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211" y="3579266"/>
            <a:ext cx="1341870" cy="1341870"/>
          </a:xfrm>
          <a:prstGeom prst="rect">
            <a:avLst/>
          </a:prstGeom>
        </p:spPr>
      </p:pic>
      <p:pic>
        <p:nvPicPr>
          <p:cNvPr id="4" name="Graphic 3" descr="XLRI - Our Brand Identity">
            <a:extLst>
              <a:ext uri="{FF2B5EF4-FFF2-40B4-BE49-F238E27FC236}">
                <a16:creationId xmlns:a16="http://schemas.microsoft.com/office/drawing/2014/main" id="{F88C00CE-D9F5-0D0C-D1F5-8C11FEDE1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4906" y="5430417"/>
            <a:ext cx="3231426" cy="1334034"/>
          </a:xfrm>
          <a:prstGeom prst="rect">
            <a:avLst/>
          </a:prstGeom>
        </p:spPr>
      </p:pic>
      <p:pic>
        <p:nvPicPr>
          <p:cNvPr id="8" name="Picture 7" descr="SVKM's NMIMS - Wikipedia">
            <a:extLst>
              <a:ext uri="{FF2B5EF4-FFF2-40B4-BE49-F238E27FC236}">
                <a16:creationId xmlns:a16="http://schemas.microsoft.com/office/drawing/2014/main" id="{D4BA6519-0D38-7DD6-D89F-F288326529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0996" y="5118426"/>
            <a:ext cx="1661751" cy="164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9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26CD-AED8-A69A-17F1-7547F228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Photos – High-quality photos of team, founders, field visits, workshops, events, communities,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B67F3-7C9A-8270-2693-F474725F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6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Board of Directors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6AD5-6190-B20C-ECCE-B84CC8E5960C}"/>
              </a:ext>
            </a:extLst>
          </p:cNvPr>
          <p:cNvSpPr txBox="1"/>
          <p:nvPr/>
        </p:nvSpPr>
        <p:spPr>
          <a:xfrm>
            <a:off x="925287" y="4835346"/>
            <a:ext cx="4561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Dr. Vipin Kumar</a:t>
            </a:r>
          </a:p>
          <a:p>
            <a:r>
              <a:rPr lang="en-US" dirty="0"/>
              <a:t>Chief Scientist, National Innovation Foundation</a:t>
            </a:r>
          </a:p>
          <a:p>
            <a:endParaRPr lang="en-IN" dirty="0"/>
          </a:p>
        </p:txBody>
      </p:sp>
      <p:pic>
        <p:nvPicPr>
          <p:cNvPr id="9" name="Picture 8" descr="राष्ट्रीय नवप्रवर्तन प्रतिष्ठान – भारत National Innovation Foundation-India logo An Autonomous Institute of Department of Science &amp; Technology Ministry of Science and Technology, Government of India">
            <a:extLst>
              <a:ext uri="{FF2B5EF4-FFF2-40B4-BE49-F238E27FC236}">
                <a16:creationId xmlns:a16="http://schemas.microsoft.com/office/drawing/2014/main" id="{89250F2B-F1CE-E181-8AE7-64DE3D4E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28" y="3195139"/>
            <a:ext cx="4658715" cy="836180"/>
          </a:xfrm>
          <a:prstGeom prst="rect">
            <a:avLst/>
          </a:prstGeom>
        </p:spPr>
      </p:pic>
      <p:pic>
        <p:nvPicPr>
          <p:cNvPr id="10" name="Picture 9" descr="National Emblem of India विज्ञान एवं प्रौद्योगिकी विभाग DEPARTMENT OF SCIENCE &amp; TECHNOLOGY logo">
            <a:extLst>
              <a:ext uri="{FF2B5EF4-FFF2-40B4-BE49-F238E27FC236}">
                <a16:creationId xmlns:a16="http://schemas.microsoft.com/office/drawing/2014/main" id="{E31187CB-F675-9722-A32E-264DD1FA8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989" y="4330521"/>
            <a:ext cx="3676650" cy="1009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545954-6F3F-AE49-7CA4-F6E9EE264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4325758"/>
            <a:ext cx="24955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11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7BCD-A87A-FD97-236B-C665CA74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42B5-4A34-194E-9863-18549F4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Photos – High-quality photos of team, founders, field visits, workshops, events, communities,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FB19-B645-27E7-9CF4-4BBF2190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6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Board of Directors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004BF-5AAE-0B3C-B54A-C03DE4B05AC2}"/>
              </a:ext>
            </a:extLst>
          </p:cNvPr>
          <p:cNvSpPr txBox="1"/>
          <p:nvPr/>
        </p:nvSpPr>
        <p:spPr>
          <a:xfrm>
            <a:off x="871685" y="5269800"/>
            <a:ext cx="4561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Dr. Madhav Sathe</a:t>
            </a:r>
          </a:p>
          <a:p>
            <a:r>
              <a:rPr lang="en-IN" dirty="0"/>
              <a:t>Anaesthesiologist – Bombay Hospital, Breach Candy Hospital</a:t>
            </a:r>
          </a:p>
          <a:p>
            <a:r>
              <a:rPr lang="en-IN" dirty="0"/>
              <a:t>Secretary – BMCWS</a:t>
            </a:r>
          </a:p>
          <a:p>
            <a:r>
              <a:rPr lang="en-IN" dirty="0"/>
              <a:t>Visiting Faculty – TISS Mumbai</a:t>
            </a:r>
          </a:p>
        </p:txBody>
      </p:sp>
      <p:pic>
        <p:nvPicPr>
          <p:cNvPr id="4" name="Picture 3" descr="Bombay Hospital &amp; Medical Research Centre | Mumbai">
            <a:extLst>
              <a:ext uri="{FF2B5EF4-FFF2-40B4-BE49-F238E27FC236}">
                <a16:creationId xmlns:a16="http://schemas.microsoft.com/office/drawing/2014/main" id="{D0C8450B-4D06-1DE8-4ECB-194695273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00" y="2005172"/>
            <a:ext cx="2118405" cy="2118405"/>
          </a:xfrm>
          <a:prstGeom prst="rect">
            <a:avLst/>
          </a:prstGeom>
        </p:spPr>
      </p:pic>
      <p:pic>
        <p:nvPicPr>
          <p:cNvPr id="6" name="Picture 5" descr="Contact Us | Breach Candy Hospital Trust">
            <a:extLst>
              <a:ext uri="{FF2B5EF4-FFF2-40B4-BE49-F238E27FC236}">
                <a16:creationId xmlns:a16="http://schemas.microsoft.com/office/drawing/2014/main" id="{6611482D-C55B-BBD9-2713-3E789DAB9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794" y="2145357"/>
            <a:ext cx="3359663" cy="1136686"/>
          </a:xfrm>
          <a:prstGeom prst="rect">
            <a:avLst/>
          </a:prstGeom>
        </p:spPr>
      </p:pic>
      <p:pic>
        <p:nvPicPr>
          <p:cNvPr id="8" name="Picture 7" descr="The Bombay Mothers and Children Welfare Society">
            <a:extLst>
              <a:ext uri="{FF2B5EF4-FFF2-40B4-BE49-F238E27FC236}">
                <a16:creationId xmlns:a16="http://schemas.microsoft.com/office/drawing/2014/main" id="{F0F24F88-943A-DF23-0BD2-02D1DCCC5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799" y="4038218"/>
            <a:ext cx="2521720" cy="1080321"/>
          </a:xfrm>
          <a:prstGeom prst="rect">
            <a:avLst/>
          </a:prstGeom>
        </p:spPr>
      </p:pic>
      <p:pic>
        <p:nvPicPr>
          <p:cNvPr id="11" name="Picture 10" descr="University of Mumbai logo">
            <a:extLst>
              <a:ext uri="{FF2B5EF4-FFF2-40B4-BE49-F238E27FC236}">
                <a16:creationId xmlns:a16="http://schemas.microsoft.com/office/drawing/2014/main" id="{05A7B9C5-125B-FD68-A47E-E136FD4BD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946" y="3429000"/>
            <a:ext cx="2023854" cy="20238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E1513A-8FB7-6917-20B7-996990F7E930}"/>
              </a:ext>
            </a:extLst>
          </p:cNvPr>
          <p:cNvSpPr txBox="1"/>
          <p:nvPr/>
        </p:nvSpPr>
        <p:spPr>
          <a:xfrm>
            <a:off x="9205824" y="5682225"/>
            <a:ext cx="2272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 of Mumbai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B55BAE-B55D-545F-1632-24DE2A34DE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44066"/>
            <a:ext cx="1703062" cy="1703062"/>
          </a:xfrm>
          <a:prstGeom prst="rect">
            <a:avLst/>
          </a:prstGeom>
        </p:spPr>
      </p:pic>
      <p:pic>
        <p:nvPicPr>
          <p:cNvPr id="16" name="Picture 15" descr="Dr. Madhav Sathe at TEDxIPERBhopal - IPER Bhopal">
            <a:extLst>
              <a:ext uri="{FF2B5EF4-FFF2-40B4-BE49-F238E27FC236}">
                <a16:creationId xmlns:a16="http://schemas.microsoft.com/office/drawing/2014/main" id="{71EC6832-8A2D-009F-FA80-1B931B44E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33" y="2329988"/>
            <a:ext cx="4210715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15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0414-E6C1-C3B0-BB27-AA0BBEB7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1204-14E3-56F8-F53E-EAA80D6E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Photos – High-quality photos of team, founders, field visits, workshops, events, communities,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5FB4-1A59-A2DA-6756-856749E2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6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Board of Directors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30E19-AE81-26B1-FD96-082C3CB3E579}"/>
              </a:ext>
            </a:extLst>
          </p:cNvPr>
          <p:cNvSpPr txBox="1"/>
          <p:nvPr/>
        </p:nvSpPr>
        <p:spPr>
          <a:xfrm>
            <a:off x="871685" y="5269800"/>
            <a:ext cx="4561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Dr. Archana Singh</a:t>
            </a:r>
          </a:p>
          <a:p>
            <a:r>
              <a:rPr lang="en-IN" dirty="0"/>
              <a:t>Asst Professor- TISS Mumbai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61B2DE-29CF-58B6-69F5-0DB98C6F0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0" y="2044600"/>
            <a:ext cx="2184500" cy="218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404CE6-B876-D49E-0111-8D37BC83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76" y="2183075"/>
            <a:ext cx="3329962" cy="30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3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7D1F-77FB-AD81-0270-1FBED034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Impact numbers – Latest verified figures for ventures, locations/districts, mentors, livelihoods, etc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85DB2-C77A-90A3-1DF7-34079CCCD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58783"/>
              </p:ext>
            </p:extLst>
          </p:nvPr>
        </p:nvGraphicFramePr>
        <p:xfrm>
          <a:off x="838200" y="1803436"/>
          <a:ext cx="10515600" cy="361957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994592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9745165"/>
                    </a:ext>
                  </a:extLst>
                </a:gridCol>
              </a:tblGrid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Impact layer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Estimate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0015774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Entrepreneurs / founders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400+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3841593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Immediate families of entrepreneurs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1,200–2,000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5789672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Employees / workers of supported enterprises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2,000–4,000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935190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Employee families &amp; dependents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10,000–20,000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5645928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Suppliers, producers, artisans, farmers &amp; value-chain partners</a:t>
                      </a:r>
                      <a:endParaRPr lang="en-IN" sz="3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80,000–1,60,000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230956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Customers / users / community members directly reached by enterprises*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1,00,67,000</a:t>
                      </a:r>
                      <a:endParaRPr lang="en-IN" sz="3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75824"/>
                  </a:ext>
                </a:extLst>
              </a:tr>
              <a:tr h="3211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Estimated cumulative lives impacted</a:t>
                      </a:r>
                      <a:endParaRPr lang="en-IN" sz="3600" kern="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1,02,51,000 (&gt;10 Million)</a:t>
                      </a:r>
                      <a:endParaRPr lang="en-IN" sz="3600" kern="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25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93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62F2-4832-F9BC-90DD-2B89DE8F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CF21-9AF4-FFB0-30BB-1CEF98CB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0"/>
            <a:ext cx="111760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Impact numbers – Latest verified figures for ventures, locations/districts, mentors, livelihoods, etc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8D0564-AE38-141F-7C7D-12AFBDE57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56423"/>
              </p:ext>
            </p:extLst>
          </p:nvPr>
        </p:nvGraphicFramePr>
        <p:xfrm>
          <a:off x="476249" y="1628140"/>
          <a:ext cx="11239502" cy="522986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511302">
                  <a:extLst>
                    <a:ext uri="{9D8B030D-6E8A-4147-A177-3AD203B41FA5}">
                      <a16:colId xmlns:a16="http://schemas.microsoft.com/office/drawing/2014/main" val="3201031267"/>
                    </a:ext>
                  </a:extLst>
                </a:gridCol>
                <a:gridCol w="2223336">
                  <a:extLst>
                    <a:ext uri="{9D8B030D-6E8A-4147-A177-3AD203B41FA5}">
                      <a16:colId xmlns:a16="http://schemas.microsoft.com/office/drawing/2014/main" val="958122925"/>
                    </a:ext>
                  </a:extLst>
                </a:gridCol>
                <a:gridCol w="1933366">
                  <a:extLst>
                    <a:ext uri="{9D8B030D-6E8A-4147-A177-3AD203B41FA5}">
                      <a16:colId xmlns:a16="http://schemas.microsoft.com/office/drawing/2014/main" val="2094332802"/>
                    </a:ext>
                  </a:extLst>
                </a:gridCol>
                <a:gridCol w="1939298">
                  <a:extLst>
                    <a:ext uri="{9D8B030D-6E8A-4147-A177-3AD203B41FA5}">
                      <a16:colId xmlns:a16="http://schemas.microsoft.com/office/drawing/2014/main" val="190070696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32659141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481777"/>
                    </a:ext>
                  </a:extLst>
                </a:gridCol>
              </a:tblGrid>
              <a:tr h="10382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Enterprise Tier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Adjusted Percentage Split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Avg. Unique Annual Reach per Enterprise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Lifespan under TIF Window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Cumulative Tier Reach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23785049"/>
                  </a:ext>
                </a:extLst>
              </a:tr>
              <a:tr h="8187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Nano Enterprises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42.11%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168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250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 Years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294,000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85022924"/>
                  </a:ext>
                </a:extLst>
              </a:tr>
              <a:tr h="8187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Micro Enterprises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36.84%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148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1,500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 Years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1,554,000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89621730"/>
                  </a:ext>
                </a:extLst>
              </a:tr>
              <a:tr h="8187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Small Enterprises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21.05%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84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15,000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 Years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8,820,000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83920344"/>
                  </a:ext>
                </a:extLst>
              </a:tr>
              <a:tr h="5992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Portfolio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100%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400</a:t>
                      </a: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~10.67 Million</a:t>
                      </a: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6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14136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706380-4393-820F-E689-F275DD495FFC}"/>
              </a:ext>
            </a:extLst>
          </p:cNvPr>
          <p:cNvSpPr txBox="1"/>
          <p:nvPr/>
        </p:nvSpPr>
        <p:spPr>
          <a:xfrm>
            <a:off x="635000" y="1140897"/>
            <a:ext cx="109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* Estimated Impact Reach of </a:t>
            </a:r>
            <a:r>
              <a:rPr lang="en-IN" b="1" kern="1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Customers / users / community members directly reached by enterprises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5841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A3E0-3272-D103-E269-80530152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. Ventures – Venture names, founder details, sector, short description, impact + photos/logos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18AC0-4672-5182-AD3E-550AC6FBB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Included in a Word File shared with this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35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93AC-1A04-2649-BC36-FBA91A3A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06" y="86393"/>
            <a:ext cx="10515600" cy="1325563"/>
          </a:xfrm>
        </p:spPr>
        <p:txBody>
          <a:bodyPr/>
          <a:lstStyle/>
          <a:p>
            <a:r>
              <a:rPr lang="en-IN" dirty="0"/>
              <a:t>Partners – Official partner list + logos</a:t>
            </a:r>
          </a:p>
        </p:txBody>
      </p:sp>
      <p:sp>
        <p:nvSpPr>
          <p:cNvPr id="98" name="Content Placeholder 2">
            <a:extLst>
              <a:ext uri="{FF2B5EF4-FFF2-40B4-BE49-F238E27FC236}">
                <a16:creationId xmlns:a16="http://schemas.microsoft.com/office/drawing/2014/main" id="{0E1B4711-B9D0-B08C-AB69-608AA816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Following Section Covers this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626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CC62-8589-9686-F54E-9E628DB4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DC13-65DA-2FF0-0C8D-7B423A49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06" y="86393"/>
            <a:ext cx="10515600" cy="1325563"/>
          </a:xfrm>
        </p:spPr>
        <p:txBody>
          <a:bodyPr/>
          <a:lstStyle/>
          <a:p>
            <a:r>
              <a:rPr lang="en-IN" dirty="0"/>
              <a:t>Partners – Official partner list + logos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A5BE47-1E07-9EBB-A6E4-929E5836F220}"/>
              </a:ext>
            </a:extLst>
          </p:cNvPr>
          <p:cNvSpPr txBox="1">
            <a:spLocks/>
          </p:cNvSpPr>
          <p:nvPr/>
        </p:nvSpPr>
        <p:spPr>
          <a:xfrm>
            <a:off x="838200" y="6129087"/>
            <a:ext cx="12192000" cy="68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TIF Presence &amp; Key Highlights</a:t>
            </a:r>
            <a:endParaRPr lang="en-IN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B2BF73-88CB-C8CB-3002-59BB396CC4E7}"/>
              </a:ext>
            </a:extLst>
          </p:cNvPr>
          <p:cNvGrpSpPr/>
          <p:nvPr/>
        </p:nvGrpSpPr>
        <p:grpSpPr>
          <a:xfrm>
            <a:off x="498259" y="1032543"/>
            <a:ext cx="4549776" cy="5183188"/>
            <a:chOff x="1546224" y="970898"/>
            <a:chExt cx="4549776" cy="5183188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2F430613-E146-9E30-798A-F0831B60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924" y="2185336"/>
              <a:ext cx="1343025" cy="1214438"/>
            </a:xfrm>
            <a:custGeom>
              <a:avLst/>
              <a:gdLst>
                <a:gd name="T0" fmla="*/ 0 w 4231"/>
                <a:gd name="T1" fmla="*/ 0 h 3825"/>
                <a:gd name="T2" fmla="*/ 0 w 4231"/>
                <a:gd name="T3" fmla="*/ 0 h 3825"/>
                <a:gd name="T4" fmla="*/ 0 w 4231"/>
                <a:gd name="T5" fmla="*/ 0 h 3825"/>
                <a:gd name="T6" fmla="*/ 0 w 4231"/>
                <a:gd name="T7" fmla="*/ 0 h 3825"/>
                <a:gd name="T8" fmla="*/ 0 w 4231"/>
                <a:gd name="T9" fmla="*/ 0 h 3825"/>
                <a:gd name="T10" fmla="*/ 0 w 4231"/>
                <a:gd name="T11" fmla="*/ 0 h 3825"/>
                <a:gd name="T12" fmla="*/ 0 w 4231"/>
                <a:gd name="T13" fmla="*/ 0 h 3825"/>
                <a:gd name="T14" fmla="*/ 0 w 4231"/>
                <a:gd name="T15" fmla="*/ 0 h 3825"/>
                <a:gd name="T16" fmla="*/ 0 w 4231"/>
                <a:gd name="T17" fmla="*/ 0 h 3825"/>
                <a:gd name="T18" fmla="*/ 0 w 4231"/>
                <a:gd name="T19" fmla="*/ 0 h 3825"/>
                <a:gd name="T20" fmla="*/ 0 w 4231"/>
                <a:gd name="T21" fmla="*/ 0 h 3825"/>
                <a:gd name="T22" fmla="*/ 0 w 4231"/>
                <a:gd name="T23" fmla="*/ 0 h 3825"/>
                <a:gd name="T24" fmla="*/ 0 w 4231"/>
                <a:gd name="T25" fmla="*/ 0 h 3825"/>
                <a:gd name="T26" fmla="*/ 0 w 4231"/>
                <a:gd name="T27" fmla="*/ 0 h 3825"/>
                <a:gd name="T28" fmla="*/ 0 w 4231"/>
                <a:gd name="T29" fmla="*/ 0 h 3825"/>
                <a:gd name="T30" fmla="*/ 0 w 4231"/>
                <a:gd name="T31" fmla="*/ 0 h 3825"/>
                <a:gd name="T32" fmla="*/ 0 w 4231"/>
                <a:gd name="T33" fmla="*/ 0 h 3825"/>
                <a:gd name="T34" fmla="*/ 0 w 4231"/>
                <a:gd name="T35" fmla="*/ 0 h 3825"/>
                <a:gd name="T36" fmla="*/ 0 w 4231"/>
                <a:gd name="T37" fmla="*/ 0 h 3825"/>
                <a:gd name="T38" fmla="*/ 0 w 4231"/>
                <a:gd name="T39" fmla="*/ 0 h 3825"/>
                <a:gd name="T40" fmla="*/ 0 w 4231"/>
                <a:gd name="T41" fmla="*/ 0 h 3825"/>
                <a:gd name="T42" fmla="*/ 0 w 4231"/>
                <a:gd name="T43" fmla="*/ 0 h 3825"/>
                <a:gd name="T44" fmla="*/ 0 w 4231"/>
                <a:gd name="T45" fmla="*/ 0 h 3825"/>
                <a:gd name="T46" fmla="*/ 0 w 4231"/>
                <a:gd name="T47" fmla="*/ 0 h 3825"/>
                <a:gd name="T48" fmla="*/ 0 w 4231"/>
                <a:gd name="T49" fmla="*/ 0 h 3825"/>
                <a:gd name="T50" fmla="*/ 0 w 4231"/>
                <a:gd name="T51" fmla="*/ 0 h 3825"/>
                <a:gd name="T52" fmla="*/ 0 w 4231"/>
                <a:gd name="T53" fmla="*/ 0 h 3825"/>
                <a:gd name="T54" fmla="*/ 0 w 4231"/>
                <a:gd name="T55" fmla="*/ 0 h 3825"/>
                <a:gd name="T56" fmla="*/ 0 w 4231"/>
                <a:gd name="T57" fmla="*/ 0 h 3825"/>
                <a:gd name="T58" fmla="*/ 0 w 4231"/>
                <a:gd name="T59" fmla="*/ 0 h 3825"/>
                <a:gd name="T60" fmla="*/ 0 w 4231"/>
                <a:gd name="T61" fmla="*/ 0 h 3825"/>
                <a:gd name="T62" fmla="*/ 0 w 4231"/>
                <a:gd name="T63" fmla="*/ 0 h 3825"/>
                <a:gd name="T64" fmla="*/ 0 w 4231"/>
                <a:gd name="T65" fmla="*/ 0 h 3825"/>
                <a:gd name="T66" fmla="*/ 0 w 4231"/>
                <a:gd name="T67" fmla="*/ 0 h 3825"/>
                <a:gd name="T68" fmla="*/ 0 w 4231"/>
                <a:gd name="T69" fmla="*/ 0 h 3825"/>
                <a:gd name="T70" fmla="*/ 0 w 4231"/>
                <a:gd name="T71" fmla="*/ 0 h 3825"/>
                <a:gd name="T72" fmla="*/ 0 w 4231"/>
                <a:gd name="T73" fmla="*/ 0 h 3825"/>
                <a:gd name="T74" fmla="*/ 0 w 4231"/>
                <a:gd name="T75" fmla="*/ 0 h 3825"/>
                <a:gd name="T76" fmla="*/ 0 w 4231"/>
                <a:gd name="T77" fmla="*/ 0 h 3825"/>
                <a:gd name="T78" fmla="*/ 0 w 4231"/>
                <a:gd name="T79" fmla="*/ 0 h 3825"/>
                <a:gd name="T80" fmla="*/ 0 w 4231"/>
                <a:gd name="T81" fmla="*/ 0 h 3825"/>
                <a:gd name="T82" fmla="*/ 0 w 4231"/>
                <a:gd name="T83" fmla="*/ 0 h 3825"/>
                <a:gd name="T84" fmla="*/ 0 w 4231"/>
                <a:gd name="T85" fmla="*/ 0 h 3825"/>
                <a:gd name="T86" fmla="*/ 0 w 4231"/>
                <a:gd name="T87" fmla="*/ 0 h 3825"/>
                <a:gd name="T88" fmla="*/ 0 w 4231"/>
                <a:gd name="T89" fmla="*/ 0 h 3825"/>
                <a:gd name="T90" fmla="*/ 0 w 4231"/>
                <a:gd name="T91" fmla="*/ 0 h 3825"/>
                <a:gd name="T92" fmla="*/ 0 w 4231"/>
                <a:gd name="T93" fmla="*/ 0 h 382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231" h="3825">
                  <a:moveTo>
                    <a:pt x="726" y="2859"/>
                  </a:moveTo>
                  <a:lnTo>
                    <a:pt x="646" y="2739"/>
                  </a:lnTo>
                  <a:lnTo>
                    <a:pt x="631" y="2649"/>
                  </a:lnTo>
                  <a:lnTo>
                    <a:pt x="545" y="2502"/>
                  </a:lnTo>
                  <a:lnTo>
                    <a:pt x="572" y="2430"/>
                  </a:lnTo>
                  <a:lnTo>
                    <a:pt x="500" y="2309"/>
                  </a:lnTo>
                  <a:lnTo>
                    <a:pt x="380" y="2319"/>
                  </a:lnTo>
                  <a:lnTo>
                    <a:pt x="256" y="2139"/>
                  </a:lnTo>
                  <a:lnTo>
                    <a:pt x="302" y="1994"/>
                  </a:lnTo>
                  <a:lnTo>
                    <a:pt x="336" y="1808"/>
                  </a:lnTo>
                  <a:lnTo>
                    <a:pt x="212" y="1800"/>
                  </a:lnTo>
                  <a:lnTo>
                    <a:pt x="45" y="1748"/>
                  </a:lnTo>
                  <a:lnTo>
                    <a:pt x="0" y="1662"/>
                  </a:lnTo>
                  <a:lnTo>
                    <a:pt x="18" y="1524"/>
                  </a:lnTo>
                  <a:lnTo>
                    <a:pt x="174" y="1380"/>
                  </a:lnTo>
                  <a:lnTo>
                    <a:pt x="323" y="1251"/>
                  </a:lnTo>
                  <a:lnTo>
                    <a:pt x="473" y="1032"/>
                  </a:lnTo>
                  <a:lnTo>
                    <a:pt x="542" y="1029"/>
                  </a:lnTo>
                  <a:lnTo>
                    <a:pt x="621" y="1064"/>
                  </a:lnTo>
                  <a:lnTo>
                    <a:pt x="617" y="1193"/>
                  </a:lnTo>
                  <a:lnTo>
                    <a:pt x="705" y="1229"/>
                  </a:lnTo>
                  <a:lnTo>
                    <a:pt x="915" y="1170"/>
                  </a:lnTo>
                  <a:lnTo>
                    <a:pt x="1163" y="1155"/>
                  </a:lnTo>
                  <a:lnTo>
                    <a:pt x="1250" y="999"/>
                  </a:lnTo>
                  <a:lnTo>
                    <a:pt x="1355" y="912"/>
                  </a:lnTo>
                  <a:lnTo>
                    <a:pt x="1416" y="763"/>
                  </a:lnTo>
                  <a:lnTo>
                    <a:pt x="1533" y="639"/>
                  </a:lnTo>
                  <a:lnTo>
                    <a:pt x="1659" y="624"/>
                  </a:lnTo>
                  <a:lnTo>
                    <a:pt x="1802" y="465"/>
                  </a:lnTo>
                  <a:lnTo>
                    <a:pt x="1904" y="300"/>
                  </a:lnTo>
                  <a:lnTo>
                    <a:pt x="2001" y="60"/>
                  </a:lnTo>
                  <a:lnTo>
                    <a:pt x="2211" y="0"/>
                  </a:lnTo>
                  <a:lnTo>
                    <a:pt x="2288" y="83"/>
                  </a:lnTo>
                  <a:lnTo>
                    <a:pt x="2523" y="114"/>
                  </a:lnTo>
                  <a:lnTo>
                    <a:pt x="2491" y="198"/>
                  </a:lnTo>
                  <a:lnTo>
                    <a:pt x="2550" y="285"/>
                  </a:lnTo>
                  <a:lnTo>
                    <a:pt x="2553" y="447"/>
                  </a:lnTo>
                  <a:lnTo>
                    <a:pt x="2658" y="458"/>
                  </a:lnTo>
                  <a:lnTo>
                    <a:pt x="2797" y="478"/>
                  </a:lnTo>
                  <a:lnTo>
                    <a:pt x="2931" y="453"/>
                  </a:lnTo>
                  <a:lnTo>
                    <a:pt x="2925" y="585"/>
                  </a:lnTo>
                  <a:lnTo>
                    <a:pt x="2986" y="661"/>
                  </a:lnTo>
                  <a:lnTo>
                    <a:pt x="2976" y="868"/>
                  </a:lnTo>
                  <a:lnTo>
                    <a:pt x="3124" y="976"/>
                  </a:lnTo>
                  <a:lnTo>
                    <a:pt x="3183" y="1110"/>
                  </a:lnTo>
                  <a:lnTo>
                    <a:pt x="3156" y="1255"/>
                  </a:lnTo>
                  <a:lnTo>
                    <a:pt x="3229" y="1276"/>
                  </a:lnTo>
                  <a:lnTo>
                    <a:pt x="3277" y="1139"/>
                  </a:lnTo>
                  <a:lnTo>
                    <a:pt x="3376" y="1113"/>
                  </a:lnTo>
                  <a:lnTo>
                    <a:pt x="3420" y="1200"/>
                  </a:lnTo>
                  <a:lnTo>
                    <a:pt x="3517" y="1158"/>
                  </a:lnTo>
                  <a:lnTo>
                    <a:pt x="3592" y="1059"/>
                  </a:lnTo>
                  <a:lnTo>
                    <a:pt x="3623" y="1198"/>
                  </a:lnTo>
                  <a:lnTo>
                    <a:pt x="3623" y="1358"/>
                  </a:lnTo>
                  <a:lnTo>
                    <a:pt x="3694" y="1305"/>
                  </a:lnTo>
                  <a:lnTo>
                    <a:pt x="3832" y="1320"/>
                  </a:lnTo>
                  <a:lnTo>
                    <a:pt x="3819" y="1429"/>
                  </a:lnTo>
                  <a:lnTo>
                    <a:pt x="3946" y="1594"/>
                  </a:lnTo>
                  <a:lnTo>
                    <a:pt x="3923" y="1733"/>
                  </a:lnTo>
                  <a:lnTo>
                    <a:pt x="3893" y="1828"/>
                  </a:lnTo>
                  <a:lnTo>
                    <a:pt x="3873" y="1888"/>
                  </a:lnTo>
                  <a:lnTo>
                    <a:pt x="4043" y="1813"/>
                  </a:lnTo>
                  <a:lnTo>
                    <a:pt x="4143" y="1828"/>
                  </a:lnTo>
                  <a:lnTo>
                    <a:pt x="4218" y="1783"/>
                  </a:lnTo>
                  <a:lnTo>
                    <a:pt x="4231" y="1856"/>
                  </a:lnTo>
                  <a:lnTo>
                    <a:pt x="4174" y="1956"/>
                  </a:lnTo>
                  <a:lnTo>
                    <a:pt x="4051" y="1944"/>
                  </a:lnTo>
                  <a:lnTo>
                    <a:pt x="3939" y="2078"/>
                  </a:lnTo>
                  <a:lnTo>
                    <a:pt x="3789" y="2084"/>
                  </a:lnTo>
                  <a:lnTo>
                    <a:pt x="3623" y="2214"/>
                  </a:lnTo>
                  <a:lnTo>
                    <a:pt x="3548" y="2319"/>
                  </a:lnTo>
                  <a:lnTo>
                    <a:pt x="3408" y="2379"/>
                  </a:lnTo>
                  <a:lnTo>
                    <a:pt x="3408" y="2519"/>
                  </a:lnTo>
                  <a:lnTo>
                    <a:pt x="3498" y="2664"/>
                  </a:lnTo>
                  <a:lnTo>
                    <a:pt x="3653" y="2679"/>
                  </a:lnTo>
                  <a:lnTo>
                    <a:pt x="3813" y="2609"/>
                  </a:lnTo>
                  <a:lnTo>
                    <a:pt x="3833" y="2774"/>
                  </a:lnTo>
                  <a:lnTo>
                    <a:pt x="3603" y="2804"/>
                  </a:lnTo>
                  <a:lnTo>
                    <a:pt x="3533" y="2859"/>
                  </a:lnTo>
                  <a:lnTo>
                    <a:pt x="3574" y="2907"/>
                  </a:lnTo>
                  <a:lnTo>
                    <a:pt x="3531" y="2943"/>
                  </a:lnTo>
                  <a:lnTo>
                    <a:pt x="3638" y="2999"/>
                  </a:lnTo>
                  <a:lnTo>
                    <a:pt x="3678" y="3105"/>
                  </a:lnTo>
                  <a:lnTo>
                    <a:pt x="3608" y="3119"/>
                  </a:lnTo>
                  <a:lnTo>
                    <a:pt x="3528" y="3104"/>
                  </a:lnTo>
                  <a:lnTo>
                    <a:pt x="3548" y="3219"/>
                  </a:lnTo>
                  <a:lnTo>
                    <a:pt x="3615" y="3282"/>
                  </a:lnTo>
                  <a:lnTo>
                    <a:pt x="3559" y="3328"/>
                  </a:lnTo>
                  <a:lnTo>
                    <a:pt x="3495" y="3298"/>
                  </a:lnTo>
                  <a:lnTo>
                    <a:pt x="3451" y="3220"/>
                  </a:lnTo>
                  <a:lnTo>
                    <a:pt x="3378" y="3269"/>
                  </a:lnTo>
                  <a:lnTo>
                    <a:pt x="3218" y="3219"/>
                  </a:lnTo>
                  <a:lnTo>
                    <a:pt x="3128" y="3299"/>
                  </a:lnTo>
                  <a:lnTo>
                    <a:pt x="3093" y="3414"/>
                  </a:lnTo>
                  <a:lnTo>
                    <a:pt x="2963" y="3494"/>
                  </a:lnTo>
                  <a:lnTo>
                    <a:pt x="2853" y="3414"/>
                  </a:lnTo>
                  <a:lnTo>
                    <a:pt x="2888" y="3354"/>
                  </a:lnTo>
                  <a:lnTo>
                    <a:pt x="3003" y="3333"/>
                  </a:lnTo>
                  <a:lnTo>
                    <a:pt x="3000" y="3240"/>
                  </a:lnTo>
                  <a:lnTo>
                    <a:pt x="2978" y="3149"/>
                  </a:lnTo>
                  <a:lnTo>
                    <a:pt x="3079" y="3120"/>
                  </a:lnTo>
                  <a:lnTo>
                    <a:pt x="3054" y="3016"/>
                  </a:lnTo>
                  <a:lnTo>
                    <a:pt x="2978" y="2954"/>
                  </a:lnTo>
                  <a:lnTo>
                    <a:pt x="2858" y="2994"/>
                  </a:lnTo>
                  <a:lnTo>
                    <a:pt x="2753" y="2954"/>
                  </a:lnTo>
                  <a:lnTo>
                    <a:pt x="2823" y="2829"/>
                  </a:lnTo>
                  <a:lnTo>
                    <a:pt x="2723" y="2814"/>
                  </a:lnTo>
                  <a:lnTo>
                    <a:pt x="2673" y="2894"/>
                  </a:lnTo>
                  <a:lnTo>
                    <a:pt x="2568" y="2859"/>
                  </a:lnTo>
                  <a:lnTo>
                    <a:pt x="2543" y="2994"/>
                  </a:lnTo>
                  <a:lnTo>
                    <a:pt x="2527" y="3072"/>
                  </a:lnTo>
                  <a:lnTo>
                    <a:pt x="2568" y="3128"/>
                  </a:lnTo>
                  <a:lnTo>
                    <a:pt x="2508" y="3189"/>
                  </a:lnTo>
                  <a:lnTo>
                    <a:pt x="2583" y="3224"/>
                  </a:lnTo>
                  <a:lnTo>
                    <a:pt x="2628" y="3329"/>
                  </a:lnTo>
                  <a:lnTo>
                    <a:pt x="2573" y="3419"/>
                  </a:lnTo>
                  <a:lnTo>
                    <a:pt x="2595" y="3540"/>
                  </a:lnTo>
                  <a:lnTo>
                    <a:pt x="2407" y="3644"/>
                  </a:lnTo>
                  <a:lnTo>
                    <a:pt x="2378" y="3714"/>
                  </a:lnTo>
                  <a:lnTo>
                    <a:pt x="2496" y="3779"/>
                  </a:lnTo>
                  <a:lnTo>
                    <a:pt x="2389" y="3825"/>
                  </a:lnTo>
                  <a:lnTo>
                    <a:pt x="2274" y="3825"/>
                  </a:lnTo>
                  <a:lnTo>
                    <a:pt x="2105" y="3689"/>
                  </a:lnTo>
                  <a:lnTo>
                    <a:pt x="1926" y="3599"/>
                  </a:lnTo>
                  <a:lnTo>
                    <a:pt x="1926" y="3524"/>
                  </a:lnTo>
                  <a:lnTo>
                    <a:pt x="1829" y="3477"/>
                  </a:lnTo>
                  <a:lnTo>
                    <a:pt x="1791" y="3419"/>
                  </a:lnTo>
                  <a:lnTo>
                    <a:pt x="1862" y="3327"/>
                  </a:lnTo>
                  <a:lnTo>
                    <a:pt x="1808" y="3263"/>
                  </a:lnTo>
                  <a:lnTo>
                    <a:pt x="1731" y="3267"/>
                  </a:lnTo>
                  <a:lnTo>
                    <a:pt x="1688" y="3164"/>
                  </a:lnTo>
                  <a:lnTo>
                    <a:pt x="1756" y="3099"/>
                  </a:lnTo>
                  <a:lnTo>
                    <a:pt x="1641" y="3039"/>
                  </a:lnTo>
                  <a:lnTo>
                    <a:pt x="1539" y="3068"/>
                  </a:lnTo>
                  <a:lnTo>
                    <a:pt x="1386" y="2994"/>
                  </a:lnTo>
                  <a:lnTo>
                    <a:pt x="1277" y="2967"/>
                  </a:lnTo>
                  <a:lnTo>
                    <a:pt x="1206" y="2877"/>
                  </a:lnTo>
                  <a:lnTo>
                    <a:pt x="1112" y="2918"/>
                  </a:lnTo>
                  <a:lnTo>
                    <a:pt x="972" y="2892"/>
                  </a:lnTo>
                  <a:lnTo>
                    <a:pt x="822" y="2894"/>
                  </a:lnTo>
                  <a:lnTo>
                    <a:pt x="726" y="2859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949E556-2403-6A6F-133F-FAAFEF762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24" y="3093386"/>
              <a:ext cx="992188" cy="798513"/>
            </a:xfrm>
            <a:custGeom>
              <a:avLst/>
              <a:gdLst>
                <a:gd name="T0" fmla="*/ 0 w 3126"/>
                <a:gd name="T1" fmla="*/ 0 h 2517"/>
                <a:gd name="T2" fmla="*/ 0 w 3126"/>
                <a:gd name="T3" fmla="*/ 0 h 2517"/>
                <a:gd name="T4" fmla="*/ 0 w 3126"/>
                <a:gd name="T5" fmla="*/ 0 h 2517"/>
                <a:gd name="T6" fmla="*/ 0 w 3126"/>
                <a:gd name="T7" fmla="*/ 0 h 2517"/>
                <a:gd name="T8" fmla="*/ 0 w 3126"/>
                <a:gd name="T9" fmla="*/ 0 h 2517"/>
                <a:gd name="T10" fmla="*/ 0 w 3126"/>
                <a:gd name="T11" fmla="*/ 0 h 2517"/>
                <a:gd name="T12" fmla="*/ 0 w 3126"/>
                <a:gd name="T13" fmla="*/ 0 h 2517"/>
                <a:gd name="T14" fmla="*/ 0 w 3126"/>
                <a:gd name="T15" fmla="*/ 0 h 2517"/>
                <a:gd name="T16" fmla="*/ 0 w 3126"/>
                <a:gd name="T17" fmla="*/ 0 h 2517"/>
                <a:gd name="T18" fmla="*/ 0 w 3126"/>
                <a:gd name="T19" fmla="*/ 0 h 2517"/>
                <a:gd name="T20" fmla="*/ 0 w 3126"/>
                <a:gd name="T21" fmla="*/ 0 h 2517"/>
                <a:gd name="T22" fmla="*/ 0 w 3126"/>
                <a:gd name="T23" fmla="*/ 0 h 2517"/>
                <a:gd name="T24" fmla="*/ 0 w 3126"/>
                <a:gd name="T25" fmla="*/ 0 h 2517"/>
                <a:gd name="T26" fmla="*/ 0 w 3126"/>
                <a:gd name="T27" fmla="*/ 0 h 2517"/>
                <a:gd name="T28" fmla="*/ 0 w 3126"/>
                <a:gd name="T29" fmla="*/ 0 h 2517"/>
                <a:gd name="T30" fmla="*/ 0 w 3126"/>
                <a:gd name="T31" fmla="*/ 0 h 2517"/>
                <a:gd name="T32" fmla="*/ 0 w 3126"/>
                <a:gd name="T33" fmla="*/ 0 h 2517"/>
                <a:gd name="T34" fmla="*/ 0 w 3126"/>
                <a:gd name="T35" fmla="*/ 0 h 2517"/>
                <a:gd name="T36" fmla="*/ 0 w 3126"/>
                <a:gd name="T37" fmla="*/ 0 h 2517"/>
                <a:gd name="T38" fmla="*/ 0 w 3126"/>
                <a:gd name="T39" fmla="*/ 0 h 2517"/>
                <a:gd name="T40" fmla="*/ 0 w 3126"/>
                <a:gd name="T41" fmla="*/ 0 h 2517"/>
                <a:gd name="T42" fmla="*/ 0 w 3126"/>
                <a:gd name="T43" fmla="*/ 0 h 2517"/>
                <a:gd name="T44" fmla="*/ 0 w 3126"/>
                <a:gd name="T45" fmla="*/ 0 h 2517"/>
                <a:gd name="T46" fmla="*/ 0 w 3126"/>
                <a:gd name="T47" fmla="*/ 0 h 2517"/>
                <a:gd name="T48" fmla="*/ 0 w 3126"/>
                <a:gd name="T49" fmla="*/ 0 h 2517"/>
                <a:gd name="T50" fmla="*/ 0 w 3126"/>
                <a:gd name="T51" fmla="*/ 0 h 2517"/>
                <a:gd name="T52" fmla="*/ 0 w 3126"/>
                <a:gd name="T53" fmla="*/ 0 h 2517"/>
                <a:gd name="T54" fmla="*/ 0 w 3126"/>
                <a:gd name="T55" fmla="*/ 0 h 2517"/>
                <a:gd name="T56" fmla="*/ 0 w 3126"/>
                <a:gd name="T57" fmla="*/ 0 h 2517"/>
                <a:gd name="T58" fmla="*/ 0 w 3126"/>
                <a:gd name="T59" fmla="*/ 0 h 2517"/>
                <a:gd name="T60" fmla="*/ 0 w 3126"/>
                <a:gd name="T61" fmla="*/ 0 h 2517"/>
                <a:gd name="T62" fmla="*/ 0 w 3126"/>
                <a:gd name="T63" fmla="*/ 0 h 2517"/>
                <a:gd name="T64" fmla="*/ 0 w 3126"/>
                <a:gd name="T65" fmla="*/ 0 h 2517"/>
                <a:gd name="T66" fmla="*/ 0 w 3126"/>
                <a:gd name="T67" fmla="*/ 0 h 2517"/>
                <a:gd name="T68" fmla="*/ 0 w 3126"/>
                <a:gd name="T69" fmla="*/ 0 h 2517"/>
                <a:gd name="T70" fmla="*/ 0 w 3126"/>
                <a:gd name="T71" fmla="*/ 0 h 2517"/>
                <a:gd name="T72" fmla="*/ 0 w 3126"/>
                <a:gd name="T73" fmla="*/ 0 h 2517"/>
                <a:gd name="T74" fmla="*/ 0 w 3126"/>
                <a:gd name="T75" fmla="*/ 0 h 2517"/>
                <a:gd name="T76" fmla="*/ 0 w 3126"/>
                <a:gd name="T77" fmla="*/ 0 h 2517"/>
                <a:gd name="T78" fmla="*/ 0 w 3126"/>
                <a:gd name="T79" fmla="*/ 0 h 2517"/>
                <a:gd name="T80" fmla="*/ 0 w 3126"/>
                <a:gd name="T81" fmla="*/ 0 h 2517"/>
                <a:gd name="T82" fmla="*/ 0 w 3126"/>
                <a:gd name="T83" fmla="*/ 0 h 2517"/>
                <a:gd name="T84" fmla="*/ 0 w 3126"/>
                <a:gd name="T85" fmla="*/ 0 h 2517"/>
                <a:gd name="T86" fmla="*/ 0 w 3126"/>
                <a:gd name="T87" fmla="*/ 0 h 2517"/>
                <a:gd name="T88" fmla="*/ 0 w 3126"/>
                <a:gd name="T89" fmla="*/ 0 h 2517"/>
                <a:gd name="T90" fmla="*/ 0 w 3126"/>
                <a:gd name="T91" fmla="*/ 0 h 2517"/>
                <a:gd name="T92" fmla="*/ 0 w 3126"/>
                <a:gd name="T93" fmla="*/ 0 h 2517"/>
                <a:gd name="T94" fmla="*/ 0 w 3126"/>
                <a:gd name="T95" fmla="*/ 0 h 2517"/>
                <a:gd name="T96" fmla="*/ 0 w 3126"/>
                <a:gd name="T97" fmla="*/ 0 h 2517"/>
                <a:gd name="T98" fmla="*/ 0 w 3126"/>
                <a:gd name="T99" fmla="*/ 0 h 2517"/>
                <a:gd name="T100" fmla="*/ 0 w 3126"/>
                <a:gd name="T101" fmla="*/ 0 h 2517"/>
                <a:gd name="T102" fmla="*/ 0 w 3126"/>
                <a:gd name="T103" fmla="*/ 0 h 2517"/>
                <a:gd name="T104" fmla="*/ 0 w 3126"/>
                <a:gd name="T105" fmla="*/ 0 h 2517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126" h="2517">
                  <a:moveTo>
                    <a:pt x="195" y="563"/>
                  </a:moveTo>
                  <a:lnTo>
                    <a:pt x="215" y="682"/>
                  </a:lnTo>
                  <a:lnTo>
                    <a:pt x="405" y="877"/>
                  </a:lnTo>
                  <a:lnTo>
                    <a:pt x="570" y="977"/>
                  </a:lnTo>
                  <a:lnTo>
                    <a:pt x="735" y="997"/>
                  </a:lnTo>
                  <a:lnTo>
                    <a:pt x="869" y="937"/>
                  </a:lnTo>
                  <a:lnTo>
                    <a:pt x="1024" y="892"/>
                  </a:lnTo>
                  <a:lnTo>
                    <a:pt x="1099" y="797"/>
                  </a:lnTo>
                  <a:lnTo>
                    <a:pt x="1219" y="802"/>
                  </a:lnTo>
                  <a:lnTo>
                    <a:pt x="1236" y="850"/>
                  </a:lnTo>
                  <a:lnTo>
                    <a:pt x="1189" y="982"/>
                  </a:lnTo>
                  <a:lnTo>
                    <a:pt x="1084" y="1012"/>
                  </a:lnTo>
                  <a:lnTo>
                    <a:pt x="964" y="1157"/>
                  </a:lnTo>
                  <a:lnTo>
                    <a:pt x="889" y="1117"/>
                  </a:lnTo>
                  <a:lnTo>
                    <a:pt x="810" y="1202"/>
                  </a:lnTo>
                  <a:lnTo>
                    <a:pt x="725" y="1177"/>
                  </a:lnTo>
                  <a:lnTo>
                    <a:pt x="680" y="1267"/>
                  </a:lnTo>
                  <a:lnTo>
                    <a:pt x="495" y="1308"/>
                  </a:lnTo>
                  <a:lnTo>
                    <a:pt x="530" y="1187"/>
                  </a:lnTo>
                  <a:lnTo>
                    <a:pt x="435" y="1192"/>
                  </a:lnTo>
                  <a:lnTo>
                    <a:pt x="390" y="1262"/>
                  </a:lnTo>
                  <a:lnTo>
                    <a:pt x="500" y="1448"/>
                  </a:lnTo>
                  <a:lnTo>
                    <a:pt x="630" y="1538"/>
                  </a:lnTo>
                  <a:lnTo>
                    <a:pt x="795" y="1763"/>
                  </a:lnTo>
                  <a:lnTo>
                    <a:pt x="1034" y="2047"/>
                  </a:lnTo>
                  <a:lnTo>
                    <a:pt x="1184" y="2132"/>
                  </a:lnTo>
                  <a:lnTo>
                    <a:pt x="1326" y="2137"/>
                  </a:lnTo>
                  <a:lnTo>
                    <a:pt x="1377" y="2157"/>
                  </a:lnTo>
                  <a:lnTo>
                    <a:pt x="1404" y="2158"/>
                  </a:lnTo>
                  <a:lnTo>
                    <a:pt x="1431" y="2160"/>
                  </a:lnTo>
                  <a:lnTo>
                    <a:pt x="1481" y="2125"/>
                  </a:lnTo>
                  <a:lnTo>
                    <a:pt x="1550" y="2107"/>
                  </a:lnTo>
                  <a:lnTo>
                    <a:pt x="1640" y="2042"/>
                  </a:lnTo>
                  <a:lnTo>
                    <a:pt x="1805" y="2027"/>
                  </a:lnTo>
                  <a:lnTo>
                    <a:pt x="1955" y="1893"/>
                  </a:lnTo>
                  <a:lnTo>
                    <a:pt x="2082" y="1789"/>
                  </a:lnTo>
                  <a:lnTo>
                    <a:pt x="2106" y="1663"/>
                  </a:lnTo>
                  <a:lnTo>
                    <a:pt x="2082" y="1537"/>
                  </a:lnTo>
                  <a:lnTo>
                    <a:pt x="2088" y="1435"/>
                  </a:lnTo>
                  <a:lnTo>
                    <a:pt x="2130" y="1393"/>
                  </a:lnTo>
                  <a:lnTo>
                    <a:pt x="2208" y="1333"/>
                  </a:lnTo>
                  <a:lnTo>
                    <a:pt x="2345" y="1358"/>
                  </a:lnTo>
                  <a:lnTo>
                    <a:pt x="2360" y="1448"/>
                  </a:lnTo>
                  <a:lnTo>
                    <a:pt x="2205" y="1458"/>
                  </a:lnTo>
                  <a:lnTo>
                    <a:pt x="2195" y="1563"/>
                  </a:lnTo>
                  <a:lnTo>
                    <a:pt x="2315" y="1563"/>
                  </a:lnTo>
                  <a:lnTo>
                    <a:pt x="2220" y="1683"/>
                  </a:lnTo>
                  <a:lnTo>
                    <a:pt x="2345" y="1698"/>
                  </a:lnTo>
                  <a:lnTo>
                    <a:pt x="2235" y="1928"/>
                  </a:lnTo>
                  <a:lnTo>
                    <a:pt x="2325" y="2042"/>
                  </a:lnTo>
                  <a:lnTo>
                    <a:pt x="2361" y="2121"/>
                  </a:lnTo>
                  <a:lnTo>
                    <a:pt x="2343" y="2215"/>
                  </a:lnTo>
                  <a:lnTo>
                    <a:pt x="2340" y="2319"/>
                  </a:lnTo>
                  <a:lnTo>
                    <a:pt x="2348" y="2314"/>
                  </a:lnTo>
                  <a:lnTo>
                    <a:pt x="2366" y="2317"/>
                  </a:lnTo>
                  <a:lnTo>
                    <a:pt x="2364" y="2326"/>
                  </a:lnTo>
                  <a:lnTo>
                    <a:pt x="2352" y="2331"/>
                  </a:lnTo>
                  <a:lnTo>
                    <a:pt x="2351" y="2340"/>
                  </a:lnTo>
                  <a:lnTo>
                    <a:pt x="2364" y="2337"/>
                  </a:lnTo>
                  <a:lnTo>
                    <a:pt x="2373" y="2346"/>
                  </a:lnTo>
                  <a:lnTo>
                    <a:pt x="2366" y="2350"/>
                  </a:lnTo>
                  <a:lnTo>
                    <a:pt x="2364" y="2358"/>
                  </a:lnTo>
                  <a:lnTo>
                    <a:pt x="2367" y="2365"/>
                  </a:lnTo>
                  <a:lnTo>
                    <a:pt x="2360" y="2367"/>
                  </a:lnTo>
                  <a:lnTo>
                    <a:pt x="2342" y="2368"/>
                  </a:lnTo>
                  <a:lnTo>
                    <a:pt x="2325" y="2371"/>
                  </a:lnTo>
                  <a:lnTo>
                    <a:pt x="2250" y="2437"/>
                  </a:lnTo>
                  <a:lnTo>
                    <a:pt x="2321" y="2457"/>
                  </a:lnTo>
                  <a:lnTo>
                    <a:pt x="2313" y="2443"/>
                  </a:lnTo>
                  <a:lnTo>
                    <a:pt x="2325" y="2431"/>
                  </a:lnTo>
                  <a:lnTo>
                    <a:pt x="2346" y="2443"/>
                  </a:lnTo>
                  <a:lnTo>
                    <a:pt x="2345" y="2430"/>
                  </a:lnTo>
                  <a:lnTo>
                    <a:pt x="2382" y="2431"/>
                  </a:lnTo>
                  <a:lnTo>
                    <a:pt x="2391" y="2409"/>
                  </a:lnTo>
                  <a:lnTo>
                    <a:pt x="2408" y="2413"/>
                  </a:lnTo>
                  <a:lnTo>
                    <a:pt x="2412" y="2397"/>
                  </a:lnTo>
                  <a:lnTo>
                    <a:pt x="2418" y="2392"/>
                  </a:lnTo>
                  <a:lnTo>
                    <a:pt x="2421" y="2406"/>
                  </a:lnTo>
                  <a:lnTo>
                    <a:pt x="2420" y="2419"/>
                  </a:lnTo>
                  <a:lnTo>
                    <a:pt x="2424" y="2422"/>
                  </a:lnTo>
                  <a:lnTo>
                    <a:pt x="2439" y="2421"/>
                  </a:lnTo>
                  <a:lnTo>
                    <a:pt x="2459" y="2422"/>
                  </a:lnTo>
                  <a:lnTo>
                    <a:pt x="2457" y="2430"/>
                  </a:lnTo>
                  <a:lnTo>
                    <a:pt x="2444" y="2433"/>
                  </a:lnTo>
                  <a:lnTo>
                    <a:pt x="2424" y="2451"/>
                  </a:lnTo>
                  <a:lnTo>
                    <a:pt x="2418" y="2458"/>
                  </a:lnTo>
                  <a:lnTo>
                    <a:pt x="2408" y="2467"/>
                  </a:lnTo>
                  <a:lnTo>
                    <a:pt x="2394" y="2469"/>
                  </a:lnTo>
                  <a:lnTo>
                    <a:pt x="2388" y="2476"/>
                  </a:lnTo>
                  <a:lnTo>
                    <a:pt x="2388" y="2491"/>
                  </a:lnTo>
                  <a:lnTo>
                    <a:pt x="2394" y="2506"/>
                  </a:lnTo>
                  <a:lnTo>
                    <a:pt x="2402" y="2503"/>
                  </a:lnTo>
                  <a:lnTo>
                    <a:pt x="2409" y="2517"/>
                  </a:lnTo>
                  <a:lnTo>
                    <a:pt x="2415" y="2508"/>
                  </a:lnTo>
                  <a:lnTo>
                    <a:pt x="2426" y="2514"/>
                  </a:lnTo>
                  <a:lnTo>
                    <a:pt x="2445" y="2506"/>
                  </a:lnTo>
                  <a:lnTo>
                    <a:pt x="2444" y="2497"/>
                  </a:lnTo>
                  <a:lnTo>
                    <a:pt x="2456" y="2491"/>
                  </a:lnTo>
                  <a:lnTo>
                    <a:pt x="2499" y="2499"/>
                  </a:lnTo>
                  <a:lnTo>
                    <a:pt x="2534" y="2502"/>
                  </a:lnTo>
                  <a:lnTo>
                    <a:pt x="2614" y="2357"/>
                  </a:lnTo>
                  <a:lnTo>
                    <a:pt x="2594" y="2212"/>
                  </a:lnTo>
                  <a:lnTo>
                    <a:pt x="2744" y="2312"/>
                  </a:lnTo>
                  <a:lnTo>
                    <a:pt x="2869" y="2207"/>
                  </a:lnTo>
                  <a:lnTo>
                    <a:pt x="2849" y="2107"/>
                  </a:lnTo>
                  <a:lnTo>
                    <a:pt x="2729" y="2017"/>
                  </a:lnTo>
                  <a:lnTo>
                    <a:pt x="2882" y="1898"/>
                  </a:lnTo>
                  <a:lnTo>
                    <a:pt x="3033" y="1823"/>
                  </a:lnTo>
                  <a:lnTo>
                    <a:pt x="2897" y="1790"/>
                  </a:lnTo>
                  <a:lnTo>
                    <a:pt x="2826" y="1775"/>
                  </a:lnTo>
                  <a:lnTo>
                    <a:pt x="2822" y="1655"/>
                  </a:lnTo>
                  <a:lnTo>
                    <a:pt x="2939" y="1577"/>
                  </a:lnTo>
                  <a:lnTo>
                    <a:pt x="2928" y="1489"/>
                  </a:lnTo>
                  <a:lnTo>
                    <a:pt x="2892" y="1417"/>
                  </a:lnTo>
                  <a:lnTo>
                    <a:pt x="2916" y="1369"/>
                  </a:lnTo>
                  <a:lnTo>
                    <a:pt x="2988" y="1381"/>
                  </a:lnTo>
                  <a:lnTo>
                    <a:pt x="3018" y="1333"/>
                  </a:lnTo>
                  <a:lnTo>
                    <a:pt x="2934" y="1309"/>
                  </a:lnTo>
                  <a:lnTo>
                    <a:pt x="2898" y="1267"/>
                  </a:lnTo>
                  <a:lnTo>
                    <a:pt x="3096" y="1165"/>
                  </a:lnTo>
                  <a:lnTo>
                    <a:pt x="3126" y="1081"/>
                  </a:lnTo>
                  <a:lnTo>
                    <a:pt x="3048" y="1033"/>
                  </a:lnTo>
                  <a:lnTo>
                    <a:pt x="3109" y="967"/>
                  </a:lnTo>
                  <a:lnTo>
                    <a:pt x="3036" y="904"/>
                  </a:lnTo>
                  <a:lnTo>
                    <a:pt x="2942" y="828"/>
                  </a:lnTo>
                  <a:lnTo>
                    <a:pt x="2764" y="742"/>
                  </a:lnTo>
                  <a:lnTo>
                    <a:pt x="2764" y="667"/>
                  </a:lnTo>
                  <a:lnTo>
                    <a:pt x="2670" y="619"/>
                  </a:lnTo>
                  <a:lnTo>
                    <a:pt x="2631" y="561"/>
                  </a:lnTo>
                  <a:lnTo>
                    <a:pt x="2700" y="469"/>
                  </a:lnTo>
                  <a:lnTo>
                    <a:pt x="2646" y="406"/>
                  </a:lnTo>
                  <a:lnTo>
                    <a:pt x="2571" y="408"/>
                  </a:lnTo>
                  <a:lnTo>
                    <a:pt x="2528" y="306"/>
                  </a:lnTo>
                  <a:lnTo>
                    <a:pt x="2595" y="241"/>
                  </a:lnTo>
                  <a:lnTo>
                    <a:pt x="2480" y="181"/>
                  </a:lnTo>
                  <a:lnTo>
                    <a:pt x="2378" y="208"/>
                  </a:lnTo>
                  <a:lnTo>
                    <a:pt x="2231" y="139"/>
                  </a:lnTo>
                  <a:lnTo>
                    <a:pt x="2115" y="108"/>
                  </a:lnTo>
                  <a:lnTo>
                    <a:pt x="2046" y="21"/>
                  </a:lnTo>
                  <a:lnTo>
                    <a:pt x="1949" y="58"/>
                  </a:lnTo>
                  <a:lnTo>
                    <a:pt x="1814" y="34"/>
                  </a:lnTo>
                  <a:lnTo>
                    <a:pt x="1662" y="36"/>
                  </a:lnTo>
                  <a:lnTo>
                    <a:pt x="1566" y="0"/>
                  </a:lnTo>
                  <a:lnTo>
                    <a:pt x="1569" y="112"/>
                  </a:lnTo>
                  <a:lnTo>
                    <a:pt x="1644" y="106"/>
                  </a:lnTo>
                  <a:lnTo>
                    <a:pt x="1638" y="145"/>
                  </a:lnTo>
                  <a:lnTo>
                    <a:pt x="1536" y="171"/>
                  </a:lnTo>
                  <a:lnTo>
                    <a:pt x="1443" y="202"/>
                  </a:lnTo>
                  <a:lnTo>
                    <a:pt x="1356" y="205"/>
                  </a:lnTo>
                  <a:lnTo>
                    <a:pt x="1350" y="103"/>
                  </a:lnTo>
                  <a:lnTo>
                    <a:pt x="1248" y="106"/>
                  </a:lnTo>
                  <a:lnTo>
                    <a:pt x="1111" y="174"/>
                  </a:lnTo>
                  <a:lnTo>
                    <a:pt x="1014" y="226"/>
                  </a:lnTo>
                  <a:lnTo>
                    <a:pt x="894" y="214"/>
                  </a:lnTo>
                  <a:lnTo>
                    <a:pt x="810" y="121"/>
                  </a:lnTo>
                  <a:lnTo>
                    <a:pt x="710" y="169"/>
                  </a:lnTo>
                  <a:lnTo>
                    <a:pt x="537" y="124"/>
                  </a:lnTo>
                  <a:lnTo>
                    <a:pt x="425" y="139"/>
                  </a:lnTo>
                  <a:lnTo>
                    <a:pt x="380" y="261"/>
                  </a:lnTo>
                  <a:lnTo>
                    <a:pt x="303" y="277"/>
                  </a:lnTo>
                  <a:lnTo>
                    <a:pt x="258" y="283"/>
                  </a:lnTo>
                  <a:lnTo>
                    <a:pt x="185" y="294"/>
                  </a:lnTo>
                  <a:lnTo>
                    <a:pt x="123" y="274"/>
                  </a:lnTo>
                  <a:lnTo>
                    <a:pt x="74" y="324"/>
                  </a:lnTo>
                  <a:lnTo>
                    <a:pt x="0" y="403"/>
                  </a:lnTo>
                  <a:lnTo>
                    <a:pt x="105" y="453"/>
                  </a:lnTo>
                  <a:lnTo>
                    <a:pt x="180" y="409"/>
                  </a:lnTo>
                  <a:lnTo>
                    <a:pt x="335" y="355"/>
                  </a:lnTo>
                  <a:lnTo>
                    <a:pt x="324" y="394"/>
                  </a:lnTo>
                  <a:lnTo>
                    <a:pt x="186" y="493"/>
                  </a:lnTo>
                  <a:lnTo>
                    <a:pt x="195" y="563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80F1816-02CC-DBCF-2598-0F8FDBEF2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487" y="3588686"/>
              <a:ext cx="1336675" cy="1095375"/>
            </a:xfrm>
            <a:custGeom>
              <a:avLst/>
              <a:gdLst>
                <a:gd name="T0" fmla="*/ 0 w 4209"/>
                <a:gd name="T1" fmla="*/ 0 h 3450"/>
                <a:gd name="T2" fmla="*/ 0 w 4209"/>
                <a:gd name="T3" fmla="*/ 0 h 3450"/>
                <a:gd name="T4" fmla="*/ 0 w 4209"/>
                <a:gd name="T5" fmla="*/ 0 h 3450"/>
                <a:gd name="T6" fmla="*/ 0 w 4209"/>
                <a:gd name="T7" fmla="*/ 0 h 3450"/>
                <a:gd name="T8" fmla="*/ 0 w 4209"/>
                <a:gd name="T9" fmla="*/ 0 h 3450"/>
                <a:gd name="T10" fmla="*/ 0 w 4209"/>
                <a:gd name="T11" fmla="*/ 0 h 3450"/>
                <a:gd name="T12" fmla="*/ 0 w 4209"/>
                <a:gd name="T13" fmla="*/ 0 h 3450"/>
                <a:gd name="T14" fmla="*/ 0 w 4209"/>
                <a:gd name="T15" fmla="*/ 0 h 3450"/>
                <a:gd name="T16" fmla="*/ 0 w 4209"/>
                <a:gd name="T17" fmla="*/ 0 h 3450"/>
                <a:gd name="T18" fmla="*/ 0 w 4209"/>
                <a:gd name="T19" fmla="*/ 0 h 3450"/>
                <a:gd name="T20" fmla="*/ 0 w 4209"/>
                <a:gd name="T21" fmla="*/ 0 h 3450"/>
                <a:gd name="T22" fmla="*/ 0 w 4209"/>
                <a:gd name="T23" fmla="*/ 0 h 3450"/>
                <a:gd name="T24" fmla="*/ 0 w 4209"/>
                <a:gd name="T25" fmla="*/ 0 h 3450"/>
                <a:gd name="T26" fmla="*/ 0 w 4209"/>
                <a:gd name="T27" fmla="*/ 0 h 3450"/>
                <a:gd name="T28" fmla="*/ 0 w 4209"/>
                <a:gd name="T29" fmla="*/ 0 h 3450"/>
                <a:gd name="T30" fmla="*/ 0 w 4209"/>
                <a:gd name="T31" fmla="*/ 0 h 3450"/>
                <a:gd name="T32" fmla="*/ 0 w 4209"/>
                <a:gd name="T33" fmla="*/ 0 h 3450"/>
                <a:gd name="T34" fmla="*/ 0 w 4209"/>
                <a:gd name="T35" fmla="*/ 0 h 3450"/>
                <a:gd name="T36" fmla="*/ 0 w 4209"/>
                <a:gd name="T37" fmla="*/ 0 h 3450"/>
                <a:gd name="T38" fmla="*/ 0 w 4209"/>
                <a:gd name="T39" fmla="*/ 0 h 3450"/>
                <a:gd name="T40" fmla="*/ 0 w 4209"/>
                <a:gd name="T41" fmla="*/ 0 h 3450"/>
                <a:gd name="T42" fmla="*/ 0 w 4209"/>
                <a:gd name="T43" fmla="*/ 0 h 3450"/>
                <a:gd name="T44" fmla="*/ 0 w 4209"/>
                <a:gd name="T45" fmla="*/ 0 h 3450"/>
                <a:gd name="T46" fmla="*/ 0 w 4209"/>
                <a:gd name="T47" fmla="*/ 0 h 3450"/>
                <a:gd name="T48" fmla="*/ 0 w 4209"/>
                <a:gd name="T49" fmla="*/ 0 h 3450"/>
                <a:gd name="T50" fmla="*/ 0 w 4209"/>
                <a:gd name="T51" fmla="*/ 0 h 3450"/>
                <a:gd name="T52" fmla="*/ 0 w 4209"/>
                <a:gd name="T53" fmla="*/ 0 h 3450"/>
                <a:gd name="T54" fmla="*/ 0 w 4209"/>
                <a:gd name="T55" fmla="*/ 0 h 3450"/>
                <a:gd name="T56" fmla="*/ 0 w 4209"/>
                <a:gd name="T57" fmla="*/ 0 h 3450"/>
                <a:gd name="T58" fmla="*/ 0 w 4209"/>
                <a:gd name="T59" fmla="*/ 0 h 3450"/>
                <a:gd name="T60" fmla="*/ 0 w 4209"/>
                <a:gd name="T61" fmla="*/ 0 h 3450"/>
                <a:gd name="T62" fmla="*/ 0 w 4209"/>
                <a:gd name="T63" fmla="*/ 0 h 3450"/>
                <a:gd name="T64" fmla="*/ 0 w 4209"/>
                <a:gd name="T65" fmla="*/ 0 h 3450"/>
                <a:gd name="T66" fmla="*/ 0 w 4209"/>
                <a:gd name="T67" fmla="*/ 0 h 3450"/>
                <a:gd name="T68" fmla="*/ 0 w 4209"/>
                <a:gd name="T69" fmla="*/ 0 h 3450"/>
                <a:gd name="T70" fmla="*/ 0 w 4209"/>
                <a:gd name="T71" fmla="*/ 0 h 3450"/>
                <a:gd name="T72" fmla="*/ 0 w 4209"/>
                <a:gd name="T73" fmla="*/ 0 h 3450"/>
                <a:gd name="T74" fmla="*/ 0 w 4209"/>
                <a:gd name="T75" fmla="*/ 0 h 3450"/>
                <a:gd name="T76" fmla="*/ 0 w 4209"/>
                <a:gd name="T77" fmla="*/ 0 h 3450"/>
                <a:gd name="T78" fmla="*/ 0 w 4209"/>
                <a:gd name="T79" fmla="*/ 0 h 3450"/>
                <a:gd name="T80" fmla="*/ 0 w 4209"/>
                <a:gd name="T81" fmla="*/ 0 h 3450"/>
                <a:gd name="T82" fmla="*/ 0 w 4209"/>
                <a:gd name="T83" fmla="*/ 0 h 3450"/>
                <a:gd name="T84" fmla="*/ 0 w 4209"/>
                <a:gd name="T85" fmla="*/ 0 h 3450"/>
                <a:gd name="T86" fmla="*/ 0 w 4209"/>
                <a:gd name="T87" fmla="*/ 0 h 3450"/>
                <a:gd name="T88" fmla="*/ 0 w 4209"/>
                <a:gd name="T89" fmla="*/ 0 h 3450"/>
                <a:gd name="T90" fmla="*/ 0 w 4209"/>
                <a:gd name="T91" fmla="*/ 0 h 3450"/>
                <a:gd name="T92" fmla="*/ 0 w 4209"/>
                <a:gd name="T93" fmla="*/ 0 h 3450"/>
                <a:gd name="T94" fmla="*/ 0 w 4209"/>
                <a:gd name="T95" fmla="*/ 0 h 3450"/>
                <a:gd name="T96" fmla="*/ 0 w 4209"/>
                <a:gd name="T97" fmla="*/ 0 h 3450"/>
                <a:gd name="T98" fmla="*/ 0 w 4209"/>
                <a:gd name="T99" fmla="*/ 0 h 3450"/>
                <a:gd name="T100" fmla="*/ 0 w 4209"/>
                <a:gd name="T101" fmla="*/ 0 h 3450"/>
                <a:gd name="T102" fmla="*/ 0 w 4209"/>
                <a:gd name="T103" fmla="*/ 0 h 3450"/>
                <a:gd name="T104" fmla="*/ 0 w 4209"/>
                <a:gd name="T105" fmla="*/ 0 h 3450"/>
                <a:gd name="T106" fmla="*/ 0 w 4209"/>
                <a:gd name="T107" fmla="*/ 0 h 3450"/>
                <a:gd name="T108" fmla="*/ 0 w 4209"/>
                <a:gd name="T109" fmla="*/ 0 h 3450"/>
                <a:gd name="T110" fmla="*/ 0 w 4209"/>
                <a:gd name="T111" fmla="*/ 0 h 3450"/>
                <a:gd name="T112" fmla="*/ 0 w 4209"/>
                <a:gd name="T113" fmla="*/ 0 h 3450"/>
                <a:gd name="T114" fmla="*/ 0 w 4209"/>
                <a:gd name="T115" fmla="*/ 0 h 34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4209" h="3450">
                  <a:moveTo>
                    <a:pt x="3729" y="1814"/>
                  </a:moveTo>
                  <a:lnTo>
                    <a:pt x="3699" y="1654"/>
                  </a:lnTo>
                  <a:lnTo>
                    <a:pt x="3724" y="1459"/>
                  </a:lnTo>
                  <a:lnTo>
                    <a:pt x="3609" y="1384"/>
                  </a:lnTo>
                  <a:lnTo>
                    <a:pt x="3489" y="1399"/>
                  </a:lnTo>
                  <a:lnTo>
                    <a:pt x="3354" y="1394"/>
                  </a:lnTo>
                  <a:lnTo>
                    <a:pt x="3334" y="1439"/>
                  </a:lnTo>
                  <a:lnTo>
                    <a:pt x="3169" y="1414"/>
                  </a:lnTo>
                  <a:lnTo>
                    <a:pt x="3109" y="1304"/>
                  </a:lnTo>
                  <a:lnTo>
                    <a:pt x="3019" y="1244"/>
                  </a:lnTo>
                  <a:lnTo>
                    <a:pt x="2884" y="1199"/>
                  </a:lnTo>
                  <a:lnTo>
                    <a:pt x="2874" y="1324"/>
                  </a:lnTo>
                  <a:lnTo>
                    <a:pt x="2854" y="1439"/>
                  </a:lnTo>
                  <a:lnTo>
                    <a:pt x="2769" y="1544"/>
                  </a:lnTo>
                  <a:lnTo>
                    <a:pt x="2644" y="1514"/>
                  </a:lnTo>
                  <a:lnTo>
                    <a:pt x="2619" y="1604"/>
                  </a:lnTo>
                  <a:lnTo>
                    <a:pt x="2559" y="1684"/>
                  </a:lnTo>
                  <a:lnTo>
                    <a:pt x="2629" y="1789"/>
                  </a:lnTo>
                  <a:lnTo>
                    <a:pt x="2574" y="1909"/>
                  </a:lnTo>
                  <a:lnTo>
                    <a:pt x="2454" y="1964"/>
                  </a:lnTo>
                  <a:lnTo>
                    <a:pt x="2480" y="2075"/>
                  </a:lnTo>
                  <a:lnTo>
                    <a:pt x="2305" y="2015"/>
                  </a:lnTo>
                  <a:lnTo>
                    <a:pt x="2269" y="2128"/>
                  </a:lnTo>
                  <a:lnTo>
                    <a:pt x="2125" y="2134"/>
                  </a:lnTo>
                  <a:lnTo>
                    <a:pt x="2138" y="2234"/>
                  </a:lnTo>
                  <a:lnTo>
                    <a:pt x="2044" y="2296"/>
                  </a:lnTo>
                  <a:lnTo>
                    <a:pt x="2013" y="2389"/>
                  </a:lnTo>
                  <a:lnTo>
                    <a:pt x="1924" y="2374"/>
                  </a:lnTo>
                  <a:lnTo>
                    <a:pt x="1809" y="2456"/>
                  </a:lnTo>
                  <a:lnTo>
                    <a:pt x="1824" y="2555"/>
                  </a:lnTo>
                  <a:lnTo>
                    <a:pt x="1707" y="2569"/>
                  </a:lnTo>
                  <a:lnTo>
                    <a:pt x="1598" y="2579"/>
                  </a:lnTo>
                  <a:lnTo>
                    <a:pt x="1443" y="2509"/>
                  </a:lnTo>
                  <a:lnTo>
                    <a:pt x="1443" y="2658"/>
                  </a:lnTo>
                  <a:lnTo>
                    <a:pt x="1489" y="2788"/>
                  </a:lnTo>
                  <a:lnTo>
                    <a:pt x="1345" y="2772"/>
                  </a:lnTo>
                  <a:lnTo>
                    <a:pt x="1224" y="2818"/>
                  </a:lnTo>
                  <a:lnTo>
                    <a:pt x="1072" y="2743"/>
                  </a:lnTo>
                  <a:lnTo>
                    <a:pt x="1053" y="2866"/>
                  </a:lnTo>
                  <a:lnTo>
                    <a:pt x="745" y="2968"/>
                  </a:lnTo>
                  <a:lnTo>
                    <a:pt x="757" y="3109"/>
                  </a:lnTo>
                  <a:lnTo>
                    <a:pt x="817" y="3196"/>
                  </a:lnTo>
                  <a:lnTo>
                    <a:pt x="768" y="3268"/>
                  </a:lnTo>
                  <a:lnTo>
                    <a:pt x="738" y="3418"/>
                  </a:lnTo>
                  <a:lnTo>
                    <a:pt x="655" y="3450"/>
                  </a:lnTo>
                  <a:lnTo>
                    <a:pt x="543" y="3448"/>
                  </a:lnTo>
                  <a:lnTo>
                    <a:pt x="488" y="3378"/>
                  </a:lnTo>
                  <a:lnTo>
                    <a:pt x="393" y="3403"/>
                  </a:lnTo>
                  <a:lnTo>
                    <a:pt x="288" y="3228"/>
                  </a:lnTo>
                  <a:lnTo>
                    <a:pt x="248" y="2983"/>
                  </a:lnTo>
                  <a:lnTo>
                    <a:pt x="203" y="2389"/>
                  </a:lnTo>
                  <a:lnTo>
                    <a:pt x="168" y="2239"/>
                  </a:lnTo>
                  <a:lnTo>
                    <a:pt x="173" y="2164"/>
                  </a:lnTo>
                  <a:lnTo>
                    <a:pt x="88" y="2069"/>
                  </a:lnTo>
                  <a:lnTo>
                    <a:pt x="53" y="1774"/>
                  </a:lnTo>
                  <a:lnTo>
                    <a:pt x="38" y="1634"/>
                  </a:lnTo>
                  <a:lnTo>
                    <a:pt x="3" y="1429"/>
                  </a:lnTo>
                  <a:lnTo>
                    <a:pt x="8" y="1109"/>
                  </a:lnTo>
                  <a:lnTo>
                    <a:pt x="0" y="910"/>
                  </a:lnTo>
                  <a:lnTo>
                    <a:pt x="34" y="874"/>
                  </a:lnTo>
                  <a:lnTo>
                    <a:pt x="103" y="893"/>
                  </a:lnTo>
                  <a:lnTo>
                    <a:pt x="120" y="901"/>
                  </a:lnTo>
                  <a:lnTo>
                    <a:pt x="129" y="917"/>
                  </a:lnTo>
                  <a:lnTo>
                    <a:pt x="132" y="941"/>
                  </a:lnTo>
                  <a:lnTo>
                    <a:pt x="124" y="965"/>
                  </a:lnTo>
                  <a:lnTo>
                    <a:pt x="133" y="973"/>
                  </a:lnTo>
                  <a:lnTo>
                    <a:pt x="144" y="968"/>
                  </a:lnTo>
                  <a:lnTo>
                    <a:pt x="153" y="982"/>
                  </a:lnTo>
                  <a:lnTo>
                    <a:pt x="159" y="994"/>
                  </a:lnTo>
                  <a:lnTo>
                    <a:pt x="169" y="1000"/>
                  </a:lnTo>
                  <a:lnTo>
                    <a:pt x="174" y="983"/>
                  </a:lnTo>
                  <a:lnTo>
                    <a:pt x="192" y="988"/>
                  </a:lnTo>
                  <a:lnTo>
                    <a:pt x="208" y="995"/>
                  </a:lnTo>
                  <a:lnTo>
                    <a:pt x="222" y="998"/>
                  </a:lnTo>
                  <a:lnTo>
                    <a:pt x="232" y="1004"/>
                  </a:lnTo>
                  <a:lnTo>
                    <a:pt x="243" y="1012"/>
                  </a:lnTo>
                  <a:lnTo>
                    <a:pt x="253" y="1006"/>
                  </a:lnTo>
                  <a:lnTo>
                    <a:pt x="252" y="994"/>
                  </a:lnTo>
                  <a:lnTo>
                    <a:pt x="264" y="982"/>
                  </a:lnTo>
                  <a:lnTo>
                    <a:pt x="270" y="961"/>
                  </a:lnTo>
                  <a:lnTo>
                    <a:pt x="261" y="949"/>
                  </a:lnTo>
                  <a:lnTo>
                    <a:pt x="246" y="946"/>
                  </a:lnTo>
                  <a:lnTo>
                    <a:pt x="240" y="931"/>
                  </a:lnTo>
                  <a:lnTo>
                    <a:pt x="318" y="938"/>
                  </a:lnTo>
                  <a:lnTo>
                    <a:pt x="398" y="795"/>
                  </a:lnTo>
                  <a:lnTo>
                    <a:pt x="379" y="653"/>
                  </a:lnTo>
                  <a:lnTo>
                    <a:pt x="531" y="750"/>
                  </a:lnTo>
                  <a:lnTo>
                    <a:pt x="652" y="647"/>
                  </a:lnTo>
                  <a:lnTo>
                    <a:pt x="634" y="548"/>
                  </a:lnTo>
                  <a:lnTo>
                    <a:pt x="514" y="455"/>
                  </a:lnTo>
                  <a:lnTo>
                    <a:pt x="668" y="335"/>
                  </a:lnTo>
                  <a:lnTo>
                    <a:pt x="818" y="260"/>
                  </a:lnTo>
                  <a:lnTo>
                    <a:pt x="610" y="212"/>
                  </a:lnTo>
                  <a:lnTo>
                    <a:pt x="608" y="90"/>
                  </a:lnTo>
                  <a:lnTo>
                    <a:pt x="724" y="11"/>
                  </a:lnTo>
                  <a:lnTo>
                    <a:pt x="833" y="15"/>
                  </a:lnTo>
                  <a:lnTo>
                    <a:pt x="933" y="0"/>
                  </a:lnTo>
                  <a:lnTo>
                    <a:pt x="968" y="65"/>
                  </a:lnTo>
                  <a:lnTo>
                    <a:pt x="968" y="165"/>
                  </a:lnTo>
                  <a:lnTo>
                    <a:pt x="1103" y="210"/>
                  </a:lnTo>
                  <a:lnTo>
                    <a:pt x="1208" y="245"/>
                  </a:lnTo>
                  <a:lnTo>
                    <a:pt x="1283" y="335"/>
                  </a:lnTo>
                  <a:lnTo>
                    <a:pt x="1743" y="365"/>
                  </a:lnTo>
                  <a:lnTo>
                    <a:pt x="1758" y="470"/>
                  </a:lnTo>
                  <a:lnTo>
                    <a:pt x="1838" y="540"/>
                  </a:lnTo>
                  <a:lnTo>
                    <a:pt x="1958" y="500"/>
                  </a:lnTo>
                  <a:lnTo>
                    <a:pt x="2048" y="440"/>
                  </a:lnTo>
                  <a:lnTo>
                    <a:pt x="2134" y="215"/>
                  </a:lnTo>
                  <a:lnTo>
                    <a:pt x="2319" y="170"/>
                  </a:lnTo>
                  <a:lnTo>
                    <a:pt x="2514" y="165"/>
                  </a:lnTo>
                  <a:lnTo>
                    <a:pt x="2439" y="305"/>
                  </a:lnTo>
                  <a:lnTo>
                    <a:pt x="2554" y="380"/>
                  </a:lnTo>
                  <a:lnTo>
                    <a:pt x="2709" y="375"/>
                  </a:lnTo>
                  <a:lnTo>
                    <a:pt x="2854" y="270"/>
                  </a:lnTo>
                  <a:lnTo>
                    <a:pt x="3129" y="345"/>
                  </a:lnTo>
                  <a:lnTo>
                    <a:pt x="3259" y="255"/>
                  </a:lnTo>
                  <a:lnTo>
                    <a:pt x="3394" y="225"/>
                  </a:lnTo>
                  <a:lnTo>
                    <a:pt x="3504" y="305"/>
                  </a:lnTo>
                  <a:lnTo>
                    <a:pt x="3624" y="290"/>
                  </a:lnTo>
                  <a:lnTo>
                    <a:pt x="3879" y="270"/>
                  </a:lnTo>
                  <a:lnTo>
                    <a:pt x="3956" y="374"/>
                  </a:lnTo>
                  <a:lnTo>
                    <a:pt x="4067" y="402"/>
                  </a:lnTo>
                  <a:lnTo>
                    <a:pt x="3984" y="500"/>
                  </a:lnTo>
                  <a:lnTo>
                    <a:pt x="3969" y="590"/>
                  </a:lnTo>
                  <a:lnTo>
                    <a:pt x="4044" y="740"/>
                  </a:lnTo>
                  <a:lnTo>
                    <a:pt x="4069" y="959"/>
                  </a:lnTo>
                  <a:lnTo>
                    <a:pt x="3964" y="979"/>
                  </a:lnTo>
                  <a:lnTo>
                    <a:pt x="3934" y="1049"/>
                  </a:lnTo>
                  <a:lnTo>
                    <a:pt x="4029" y="1109"/>
                  </a:lnTo>
                  <a:lnTo>
                    <a:pt x="3994" y="1199"/>
                  </a:lnTo>
                  <a:lnTo>
                    <a:pt x="4209" y="1429"/>
                  </a:lnTo>
                  <a:lnTo>
                    <a:pt x="4174" y="1519"/>
                  </a:lnTo>
                  <a:lnTo>
                    <a:pt x="4119" y="1549"/>
                  </a:lnTo>
                  <a:lnTo>
                    <a:pt x="4054" y="1499"/>
                  </a:lnTo>
                  <a:lnTo>
                    <a:pt x="3954" y="1579"/>
                  </a:lnTo>
                  <a:lnTo>
                    <a:pt x="3894" y="1699"/>
                  </a:lnTo>
                  <a:lnTo>
                    <a:pt x="3920" y="1783"/>
                  </a:lnTo>
                  <a:lnTo>
                    <a:pt x="3853" y="1843"/>
                  </a:lnTo>
                  <a:lnTo>
                    <a:pt x="3729" y="1814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F87FCC1-A4FC-2910-5642-7B769CCE2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687" y="4228448"/>
              <a:ext cx="736600" cy="1181100"/>
            </a:xfrm>
            <a:custGeom>
              <a:avLst/>
              <a:gdLst>
                <a:gd name="T0" fmla="*/ 0 w 2321"/>
                <a:gd name="T1" fmla="*/ 0 h 3721"/>
                <a:gd name="T2" fmla="*/ 0 w 2321"/>
                <a:gd name="T3" fmla="*/ 0 h 3721"/>
                <a:gd name="T4" fmla="*/ 0 w 2321"/>
                <a:gd name="T5" fmla="*/ 0 h 3721"/>
                <a:gd name="T6" fmla="*/ 0 w 2321"/>
                <a:gd name="T7" fmla="*/ 0 h 3721"/>
                <a:gd name="T8" fmla="*/ 0 w 2321"/>
                <a:gd name="T9" fmla="*/ 0 h 3721"/>
                <a:gd name="T10" fmla="*/ 0 w 2321"/>
                <a:gd name="T11" fmla="*/ 0 h 3721"/>
                <a:gd name="T12" fmla="*/ 0 w 2321"/>
                <a:gd name="T13" fmla="*/ 0 h 3721"/>
                <a:gd name="T14" fmla="*/ 0 w 2321"/>
                <a:gd name="T15" fmla="*/ 0 h 3721"/>
                <a:gd name="T16" fmla="*/ 0 w 2321"/>
                <a:gd name="T17" fmla="*/ 0 h 3721"/>
                <a:gd name="T18" fmla="*/ 0 w 2321"/>
                <a:gd name="T19" fmla="*/ 0 h 3721"/>
                <a:gd name="T20" fmla="*/ 0 w 2321"/>
                <a:gd name="T21" fmla="*/ 0 h 3721"/>
                <a:gd name="T22" fmla="*/ 0 w 2321"/>
                <a:gd name="T23" fmla="*/ 0 h 3721"/>
                <a:gd name="T24" fmla="*/ 0 w 2321"/>
                <a:gd name="T25" fmla="*/ 0 h 3721"/>
                <a:gd name="T26" fmla="*/ 0 w 2321"/>
                <a:gd name="T27" fmla="*/ 0 h 3721"/>
                <a:gd name="T28" fmla="*/ 0 w 2321"/>
                <a:gd name="T29" fmla="*/ 0 h 3721"/>
                <a:gd name="T30" fmla="*/ 0 w 2321"/>
                <a:gd name="T31" fmla="*/ 0 h 3721"/>
                <a:gd name="T32" fmla="*/ 0 w 2321"/>
                <a:gd name="T33" fmla="*/ 0 h 3721"/>
                <a:gd name="T34" fmla="*/ 0 w 2321"/>
                <a:gd name="T35" fmla="*/ 0 h 3721"/>
                <a:gd name="T36" fmla="*/ 0 w 2321"/>
                <a:gd name="T37" fmla="*/ 0 h 3721"/>
                <a:gd name="T38" fmla="*/ 0 w 2321"/>
                <a:gd name="T39" fmla="*/ 0 h 3721"/>
                <a:gd name="T40" fmla="*/ 0 w 2321"/>
                <a:gd name="T41" fmla="*/ 0 h 3721"/>
                <a:gd name="T42" fmla="*/ 0 w 2321"/>
                <a:gd name="T43" fmla="*/ 0 h 3721"/>
                <a:gd name="T44" fmla="*/ 0 w 2321"/>
                <a:gd name="T45" fmla="*/ 0 h 3721"/>
                <a:gd name="T46" fmla="*/ 0 w 2321"/>
                <a:gd name="T47" fmla="*/ 0 h 3721"/>
                <a:gd name="T48" fmla="*/ 0 w 2321"/>
                <a:gd name="T49" fmla="*/ 0 h 3721"/>
                <a:gd name="T50" fmla="*/ 0 w 2321"/>
                <a:gd name="T51" fmla="*/ 0 h 3721"/>
                <a:gd name="T52" fmla="*/ 0 w 2321"/>
                <a:gd name="T53" fmla="*/ 0 h 3721"/>
                <a:gd name="T54" fmla="*/ 0 w 2321"/>
                <a:gd name="T55" fmla="*/ 0 h 3721"/>
                <a:gd name="T56" fmla="*/ 0 w 2321"/>
                <a:gd name="T57" fmla="*/ 0 h 3721"/>
                <a:gd name="T58" fmla="*/ 0 w 2321"/>
                <a:gd name="T59" fmla="*/ 0 h 3721"/>
                <a:gd name="T60" fmla="*/ 0 w 2321"/>
                <a:gd name="T61" fmla="*/ 0 h 3721"/>
                <a:gd name="T62" fmla="*/ 0 w 2321"/>
                <a:gd name="T63" fmla="*/ 0 h 3721"/>
                <a:gd name="T64" fmla="*/ 0 w 2321"/>
                <a:gd name="T65" fmla="*/ 0 h 3721"/>
                <a:gd name="T66" fmla="*/ 0 w 2321"/>
                <a:gd name="T67" fmla="*/ 0 h 3721"/>
                <a:gd name="T68" fmla="*/ 0 w 2321"/>
                <a:gd name="T69" fmla="*/ 0 h 3721"/>
                <a:gd name="T70" fmla="*/ 0 w 2321"/>
                <a:gd name="T71" fmla="*/ 0 h 3721"/>
                <a:gd name="T72" fmla="*/ 0 w 2321"/>
                <a:gd name="T73" fmla="*/ 0 h 3721"/>
                <a:gd name="T74" fmla="*/ 0 w 2321"/>
                <a:gd name="T75" fmla="*/ 0 h 3721"/>
                <a:gd name="T76" fmla="*/ 0 w 2321"/>
                <a:gd name="T77" fmla="*/ 0 h 3721"/>
                <a:gd name="T78" fmla="*/ 0 w 2321"/>
                <a:gd name="T79" fmla="*/ 0 h 3721"/>
                <a:gd name="T80" fmla="*/ 0 w 2321"/>
                <a:gd name="T81" fmla="*/ 0 h 3721"/>
                <a:gd name="T82" fmla="*/ 0 w 2321"/>
                <a:gd name="T83" fmla="*/ 0 h 3721"/>
                <a:gd name="T84" fmla="*/ 0 w 2321"/>
                <a:gd name="T85" fmla="*/ 0 h 3721"/>
                <a:gd name="T86" fmla="*/ 0 w 2321"/>
                <a:gd name="T87" fmla="*/ 0 h 3721"/>
                <a:gd name="T88" fmla="*/ 0 w 2321"/>
                <a:gd name="T89" fmla="*/ 0 h 3721"/>
                <a:gd name="T90" fmla="*/ 0 w 2321"/>
                <a:gd name="T91" fmla="*/ 0 h 3721"/>
                <a:gd name="T92" fmla="*/ 0 w 2321"/>
                <a:gd name="T93" fmla="*/ 0 h 3721"/>
                <a:gd name="T94" fmla="*/ 0 w 2321"/>
                <a:gd name="T95" fmla="*/ 0 h 372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21" h="3721">
                  <a:moveTo>
                    <a:pt x="880" y="3510"/>
                  </a:moveTo>
                  <a:lnTo>
                    <a:pt x="610" y="3325"/>
                  </a:lnTo>
                  <a:lnTo>
                    <a:pt x="479" y="3120"/>
                  </a:lnTo>
                  <a:lnTo>
                    <a:pt x="339" y="3070"/>
                  </a:lnTo>
                  <a:lnTo>
                    <a:pt x="239" y="2740"/>
                  </a:lnTo>
                  <a:lnTo>
                    <a:pt x="269" y="2625"/>
                  </a:lnTo>
                  <a:lnTo>
                    <a:pt x="249" y="2515"/>
                  </a:lnTo>
                  <a:lnTo>
                    <a:pt x="104" y="2100"/>
                  </a:lnTo>
                  <a:lnTo>
                    <a:pt x="0" y="1888"/>
                  </a:lnTo>
                  <a:lnTo>
                    <a:pt x="59" y="1770"/>
                  </a:lnTo>
                  <a:lnTo>
                    <a:pt x="69" y="1635"/>
                  </a:lnTo>
                  <a:lnTo>
                    <a:pt x="15" y="1437"/>
                  </a:lnTo>
                  <a:lnTo>
                    <a:pt x="99" y="1405"/>
                  </a:lnTo>
                  <a:lnTo>
                    <a:pt x="129" y="1255"/>
                  </a:lnTo>
                  <a:lnTo>
                    <a:pt x="179" y="1185"/>
                  </a:lnTo>
                  <a:lnTo>
                    <a:pt x="119" y="1095"/>
                  </a:lnTo>
                  <a:lnTo>
                    <a:pt x="104" y="955"/>
                  </a:lnTo>
                  <a:lnTo>
                    <a:pt x="415" y="852"/>
                  </a:lnTo>
                  <a:lnTo>
                    <a:pt x="434" y="730"/>
                  </a:lnTo>
                  <a:lnTo>
                    <a:pt x="585" y="805"/>
                  </a:lnTo>
                  <a:lnTo>
                    <a:pt x="705" y="760"/>
                  </a:lnTo>
                  <a:lnTo>
                    <a:pt x="850" y="775"/>
                  </a:lnTo>
                  <a:lnTo>
                    <a:pt x="805" y="640"/>
                  </a:lnTo>
                  <a:lnTo>
                    <a:pt x="805" y="495"/>
                  </a:lnTo>
                  <a:lnTo>
                    <a:pt x="960" y="565"/>
                  </a:lnTo>
                  <a:lnTo>
                    <a:pt x="1075" y="555"/>
                  </a:lnTo>
                  <a:lnTo>
                    <a:pt x="1185" y="540"/>
                  </a:lnTo>
                  <a:lnTo>
                    <a:pt x="1170" y="445"/>
                  </a:lnTo>
                  <a:lnTo>
                    <a:pt x="1285" y="360"/>
                  </a:lnTo>
                  <a:lnTo>
                    <a:pt x="1375" y="375"/>
                  </a:lnTo>
                  <a:lnTo>
                    <a:pt x="1405" y="285"/>
                  </a:lnTo>
                  <a:lnTo>
                    <a:pt x="1500" y="220"/>
                  </a:lnTo>
                  <a:lnTo>
                    <a:pt x="1485" y="120"/>
                  </a:lnTo>
                  <a:lnTo>
                    <a:pt x="1630" y="115"/>
                  </a:lnTo>
                  <a:lnTo>
                    <a:pt x="1665" y="0"/>
                  </a:lnTo>
                  <a:lnTo>
                    <a:pt x="1841" y="60"/>
                  </a:lnTo>
                  <a:lnTo>
                    <a:pt x="1831" y="195"/>
                  </a:lnTo>
                  <a:lnTo>
                    <a:pt x="1901" y="270"/>
                  </a:lnTo>
                  <a:lnTo>
                    <a:pt x="1811" y="345"/>
                  </a:lnTo>
                  <a:lnTo>
                    <a:pt x="1766" y="445"/>
                  </a:lnTo>
                  <a:lnTo>
                    <a:pt x="1856" y="495"/>
                  </a:lnTo>
                  <a:lnTo>
                    <a:pt x="1756" y="625"/>
                  </a:lnTo>
                  <a:lnTo>
                    <a:pt x="1725" y="675"/>
                  </a:lnTo>
                  <a:lnTo>
                    <a:pt x="1796" y="750"/>
                  </a:lnTo>
                  <a:lnTo>
                    <a:pt x="1771" y="865"/>
                  </a:lnTo>
                  <a:lnTo>
                    <a:pt x="1781" y="1030"/>
                  </a:lnTo>
                  <a:lnTo>
                    <a:pt x="1695" y="1110"/>
                  </a:lnTo>
                  <a:lnTo>
                    <a:pt x="1841" y="1150"/>
                  </a:lnTo>
                  <a:lnTo>
                    <a:pt x="1771" y="1230"/>
                  </a:lnTo>
                  <a:lnTo>
                    <a:pt x="1781" y="1315"/>
                  </a:lnTo>
                  <a:lnTo>
                    <a:pt x="1605" y="1320"/>
                  </a:lnTo>
                  <a:lnTo>
                    <a:pt x="1530" y="1395"/>
                  </a:lnTo>
                  <a:lnTo>
                    <a:pt x="1525" y="1530"/>
                  </a:lnTo>
                  <a:lnTo>
                    <a:pt x="1540" y="1630"/>
                  </a:lnTo>
                  <a:lnTo>
                    <a:pt x="1585" y="1740"/>
                  </a:lnTo>
                  <a:lnTo>
                    <a:pt x="1555" y="1860"/>
                  </a:lnTo>
                  <a:lnTo>
                    <a:pt x="1440" y="1860"/>
                  </a:lnTo>
                  <a:lnTo>
                    <a:pt x="1395" y="1950"/>
                  </a:lnTo>
                  <a:lnTo>
                    <a:pt x="1360" y="2080"/>
                  </a:lnTo>
                  <a:lnTo>
                    <a:pt x="1470" y="2175"/>
                  </a:lnTo>
                  <a:lnTo>
                    <a:pt x="1455" y="2265"/>
                  </a:lnTo>
                  <a:lnTo>
                    <a:pt x="1495" y="2325"/>
                  </a:lnTo>
                  <a:lnTo>
                    <a:pt x="1575" y="2215"/>
                  </a:lnTo>
                  <a:lnTo>
                    <a:pt x="1720" y="2250"/>
                  </a:lnTo>
                  <a:lnTo>
                    <a:pt x="1735" y="2340"/>
                  </a:lnTo>
                  <a:lnTo>
                    <a:pt x="1605" y="2400"/>
                  </a:lnTo>
                  <a:lnTo>
                    <a:pt x="1480" y="2365"/>
                  </a:lnTo>
                  <a:lnTo>
                    <a:pt x="1495" y="2455"/>
                  </a:lnTo>
                  <a:lnTo>
                    <a:pt x="1455" y="2530"/>
                  </a:lnTo>
                  <a:lnTo>
                    <a:pt x="1540" y="2545"/>
                  </a:lnTo>
                  <a:lnTo>
                    <a:pt x="1575" y="2500"/>
                  </a:lnTo>
                  <a:lnTo>
                    <a:pt x="1695" y="2485"/>
                  </a:lnTo>
                  <a:lnTo>
                    <a:pt x="1695" y="2560"/>
                  </a:lnTo>
                  <a:lnTo>
                    <a:pt x="1901" y="2530"/>
                  </a:lnTo>
                  <a:lnTo>
                    <a:pt x="1946" y="2460"/>
                  </a:lnTo>
                  <a:lnTo>
                    <a:pt x="2041" y="2475"/>
                  </a:lnTo>
                  <a:lnTo>
                    <a:pt x="2066" y="2590"/>
                  </a:lnTo>
                  <a:lnTo>
                    <a:pt x="2146" y="2655"/>
                  </a:lnTo>
                  <a:lnTo>
                    <a:pt x="2236" y="2665"/>
                  </a:lnTo>
                  <a:lnTo>
                    <a:pt x="2236" y="2785"/>
                  </a:lnTo>
                  <a:lnTo>
                    <a:pt x="2321" y="2815"/>
                  </a:lnTo>
                  <a:lnTo>
                    <a:pt x="2311" y="2910"/>
                  </a:lnTo>
                  <a:lnTo>
                    <a:pt x="2246" y="3000"/>
                  </a:lnTo>
                  <a:lnTo>
                    <a:pt x="2146" y="3075"/>
                  </a:lnTo>
                  <a:lnTo>
                    <a:pt x="1998" y="3060"/>
                  </a:lnTo>
                  <a:lnTo>
                    <a:pt x="1906" y="3015"/>
                  </a:lnTo>
                  <a:lnTo>
                    <a:pt x="1875" y="3120"/>
                  </a:lnTo>
                  <a:lnTo>
                    <a:pt x="1770" y="3207"/>
                  </a:lnTo>
                  <a:lnTo>
                    <a:pt x="1802" y="3310"/>
                  </a:lnTo>
                  <a:lnTo>
                    <a:pt x="1735" y="3390"/>
                  </a:lnTo>
                  <a:lnTo>
                    <a:pt x="1946" y="3460"/>
                  </a:lnTo>
                  <a:lnTo>
                    <a:pt x="1682" y="3630"/>
                  </a:lnTo>
                  <a:lnTo>
                    <a:pt x="1440" y="3625"/>
                  </a:lnTo>
                  <a:lnTo>
                    <a:pt x="1316" y="3721"/>
                  </a:lnTo>
                  <a:lnTo>
                    <a:pt x="1148" y="3691"/>
                  </a:lnTo>
                  <a:lnTo>
                    <a:pt x="990" y="3540"/>
                  </a:lnTo>
                  <a:lnTo>
                    <a:pt x="880" y="351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B477C7D-8BD2-9935-F331-92784FC1F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799" y="2774298"/>
              <a:ext cx="1420813" cy="985838"/>
            </a:xfrm>
            <a:custGeom>
              <a:avLst/>
              <a:gdLst>
                <a:gd name="T0" fmla="*/ 0 w 4473"/>
                <a:gd name="T1" fmla="*/ 0 h 3106"/>
                <a:gd name="T2" fmla="*/ 0 w 4473"/>
                <a:gd name="T3" fmla="*/ 0 h 3106"/>
                <a:gd name="T4" fmla="*/ 0 w 4473"/>
                <a:gd name="T5" fmla="*/ 0 h 3106"/>
                <a:gd name="T6" fmla="*/ 0 w 4473"/>
                <a:gd name="T7" fmla="*/ 0 h 3106"/>
                <a:gd name="T8" fmla="*/ 0 w 4473"/>
                <a:gd name="T9" fmla="*/ 0 h 3106"/>
                <a:gd name="T10" fmla="*/ 0 w 4473"/>
                <a:gd name="T11" fmla="*/ 0 h 3106"/>
                <a:gd name="T12" fmla="*/ 0 w 4473"/>
                <a:gd name="T13" fmla="*/ 0 h 3106"/>
                <a:gd name="T14" fmla="*/ 0 w 4473"/>
                <a:gd name="T15" fmla="*/ 0 h 3106"/>
                <a:gd name="T16" fmla="*/ 0 w 4473"/>
                <a:gd name="T17" fmla="*/ 0 h 3106"/>
                <a:gd name="T18" fmla="*/ 0 w 4473"/>
                <a:gd name="T19" fmla="*/ 0 h 3106"/>
                <a:gd name="T20" fmla="*/ 0 w 4473"/>
                <a:gd name="T21" fmla="*/ 0 h 3106"/>
                <a:gd name="T22" fmla="*/ 0 w 4473"/>
                <a:gd name="T23" fmla="*/ 0 h 3106"/>
                <a:gd name="T24" fmla="*/ 0 w 4473"/>
                <a:gd name="T25" fmla="*/ 0 h 3106"/>
                <a:gd name="T26" fmla="*/ 0 w 4473"/>
                <a:gd name="T27" fmla="*/ 0 h 3106"/>
                <a:gd name="T28" fmla="*/ 0 w 4473"/>
                <a:gd name="T29" fmla="*/ 0 h 3106"/>
                <a:gd name="T30" fmla="*/ 0 w 4473"/>
                <a:gd name="T31" fmla="*/ 0 h 3106"/>
                <a:gd name="T32" fmla="*/ 0 w 4473"/>
                <a:gd name="T33" fmla="*/ 0 h 3106"/>
                <a:gd name="T34" fmla="*/ 0 w 4473"/>
                <a:gd name="T35" fmla="*/ 0 h 3106"/>
                <a:gd name="T36" fmla="*/ 0 w 4473"/>
                <a:gd name="T37" fmla="*/ 0 h 3106"/>
                <a:gd name="T38" fmla="*/ 0 w 4473"/>
                <a:gd name="T39" fmla="*/ 0 h 3106"/>
                <a:gd name="T40" fmla="*/ 0 w 4473"/>
                <a:gd name="T41" fmla="*/ 0 h 3106"/>
                <a:gd name="T42" fmla="*/ 0 w 4473"/>
                <a:gd name="T43" fmla="*/ 0 h 3106"/>
                <a:gd name="T44" fmla="*/ 0 w 4473"/>
                <a:gd name="T45" fmla="*/ 0 h 3106"/>
                <a:gd name="T46" fmla="*/ 0 w 4473"/>
                <a:gd name="T47" fmla="*/ 0 h 3106"/>
                <a:gd name="T48" fmla="*/ 0 w 4473"/>
                <a:gd name="T49" fmla="*/ 0 h 3106"/>
                <a:gd name="T50" fmla="*/ 0 w 4473"/>
                <a:gd name="T51" fmla="*/ 0 h 3106"/>
                <a:gd name="T52" fmla="*/ 0 w 4473"/>
                <a:gd name="T53" fmla="*/ 0 h 3106"/>
                <a:gd name="T54" fmla="*/ 0 w 4473"/>
                <a:gd name="T55" fmla="*/ 0 h 3106"/>
                <a:gd name="T56" fmla="*/ 0 w 4473"/>
                <a:gd name="T57" fmla="*/ 0 h 3106"/>
                <a:gd name="T58" fmla="*/ 0 w 4473"/>
                <a:gd name="T59" fmla="*/ 0 h 3106"/>
                <a:gd name="T60" fmla="*/ 0 w 4473"/>
                <a:gd name="T61" fmla="*/ 0 h 3106"/>
                <a:gd name="T62" fmla="*/ 0 w 4473"/>
                <a:gd name="T63" fmla="*/ 0 h 3106"/>
                <a:gd name="T64" fmla="*/ 0 w 4473"/>
                <a:gd name="T65" fmla="*/ 0 h 3106"/>
                <a:gd name="T66" fmla="*/ 0 w 4473"/>
                <a:gd name="T67" fmla="*/ 0 h 3106"/>
                <a:gd name="T68" fmla="*/ 0 w 4473"/>
                <a:gd name="T69" fmla="*/ 0 h 3106"/>
                <a:gd name="T70" fmla="*/ 0 w 4473"/>
                <a:gd name="T71" fmla="*/ 0 h 3106"/>
                <a:gd name="T72" fmla="*/ 0 w 4473"/>
                <a:gd name="T73" fmla="*/ 0 h 3106"/>
                <a:gd name="T74" fmla="*/ 0 w 4473"/>
                <a:gd name="T75" fmla="*/ 0 h 3106"/>
                <a:gd name="T76" fmla="*/ 0 w 4473"/>
                <a:gd name="T77" fmla="*/ 0 h 3106"/>
                <a:gd name="T78" fmla="*/ 0 w 4473"/>
                <a:gd name="T79" fmla="*/ 0 h 3106"/>
                <a:gd name="T80" fmla="*/ 0 w 4473"/>
                <a:gd name="T81" fmla="*/ 0 h 3106"/>
                <a:gd name="T82" fmla="*/ 0 w 4473"/>
                <a:gd name="T83" fmla="*/ 0 h 3106"/>
                <a:gd name="T84" fmla="*/ 0 w 4473"/>
                <a:gd name="T85" fmla="*/ 0 h 3106"/>
                <a:gd name="T86" fmla="*/ 0 w 4473"/>
                <a:gd name="T87" fmla="*/ 0 h 3106"/>
                <a:gd name="T88" fmla="*/ 0 w 4473"/>
                <a:gd name="T89" fmla="*/ 0 h 3106"/>
                <a:gd name="T90" fmla="*/ 0 w 4473"/>
                <a:gd name="T91" fmla="*/ 0 h 3106"/>
                <a:gd name="T92" fmla="*/ 0 w 4473"/>
                <a:gd name="T93" fmla="*/ 0 h 3106"/>
                <a:gd name="T94" fmla="*/ 0 w 4473"/>
                <a:gd name="T95" fmla="*/ 0 h 3106"/>
                <a:gd name="T96" fmla="*/ 0 w 4473"/>
                <a:gd name="T97" fmla="*/ 0 h 3106"/>
                <a:gd name="T98" fmla="*/ 0 w 4473"/>
                <a:gd name="T99" fmla="*/ 0 h 31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473" h="3106">
                  <a:moveTo>
                    <a:pt x="2177" y="0"/>
                  </a:moveTo>
                  <a:lnTo>
                    <a:pt x="2121" y="101"/>
                  </a:lnTo>
                  <a:lnTo>
                    <a:pt x="1997" y="90"/>
                  </a:lnTo>
                  <a:lnTo>
                    <a:pt x="1882" y="225"/>
                  </a:lnTo>
                  <a:lnTo>
                    <a:pt x="1732" y="230"/>
                  </a:lnTo>
                  <a:lnTo>
                    <a:pt x="1566" y="361"/>
                  </a:lnTo>
                  <a:lnTo>
                    <a:pt x="1493" y="466"/>
                  </a:lnTo>
                  <a:lnTo>
                    <a:pt x="1352" y="525"/>
                  </a:lnTo>
                  <a:lnTo>
                    <a:pt x="1353" y="667"/>
                  </a:lnTo>
                  <a:lnTo>
                    <a:pt x="1442" y="811"/>
                  </a:lnTo>
                  <a:lnTo>
                    <a:pt x="1598" y="826"/>
                  </a:lnTo>
                  <a:lnTo>
                    <a:pt x="1757" y="756"/>
                  </a:lnTo>
                  <a:lnTo>
                    <a:pt x="1777" y="920"/>
                  </a:lnTo>
                  <a:lnTo>
                    <a:pt x="1548" y="951"/>
                  </a:lnTo>
                  <a:lnTo>
                    <a:pt x="1479" y="1006"/>
                  </a:lnTo>
                  <a:lnTo>
                    <a:pt x="1520" y="1050"/>
                  </a:lnTo>
                  <a:lnTo>
                    <a:pt x="1478" y="1087"/>
                  </a:lnTo>
                  <a:lnTo>
                    <a:pt x="1584" y="1147"/>
                  </a:lnTo>
                  <a:lnTo>
                    <a:pt x="1625" y="1251"/>
                  </a:lnTo>
                  <a:lnTo>
                    <a:pt x="1554" y="1266"/>
                  </a:lnTo>
                  <a:lnTo>
                    <a:pt x="1473" y="1251"/>
                  </a:lnTo>
                  <a:lnTo>
                    <a:pt x="1493" y="1365"/>
                  </a:lnTo>
                  <a:lnTo>
                    <a:pt x="1563" y="1428"/>
                  </a:lnTo>
                  <a:lnTo>
                    <a:pt x="1506" y="1471"/>
                  </a:lnTo>
                  <a:lnTo>
                    <a:pt x="1445" y="1444"/>
                  </a:lnTo>
                  <a:lnTo>
                    <a:pt x="1397" y="1366"/>
                  </a:lnTo>
                  <a:lnTo>
                    <a:pt x="1323" y="1416"/>
                  </a:lnTo>
                  <a:lnTo>
                    <a:pt x="1161" y="1366"/>
                  </a:lnTo>
                  <a:lnTo>
                    <a:pt x="1071" y="1447"/>
                  </a:lnTo>
                  <a:lnTo>
                    <a:pt x="1037" y="1563"/>
                  </a:lnTo>
                  <a:lnTo>
                    <a:pt x="906" y="1641"/>
                  </a:lnTo>
                  <a:lnTo>
                    <a:pt x="798" y="1560"/>
                  </a:lnTo>
                  <a:lnTo>
                    <a:pt x="831" y="1503"/>
                  </a:lnTo>
                  <a:lnTo>
                    <a:pt x="951" y="1477"/>
                  </a:lnTo>
                  <a:lnTo>
                    <a:pt x="947" y="1390"/>
                  </a:lnTo>
                  <a:lnTo>
                    <a:pt x="924" y="1296"/>
                  </a:lnTo>
                  <a:lnTo>
                    <a:pt x="1027" y="1265"/>
                  </a:lnTo>
                  <a:lnTo>
                    <a:pt x="999" y="1158"/>
                  </a:lnTo>
                  <a:lnTo>
                    <a:pt x="924" y="1101"/>
                  </a:lnTo>
                  <a:lnTo>
                    <a:pt x="803" y="1141"/>
                  </a:lnTo>
                  <a:lnTo>
                    <a:pt x="697" y="1100"/>
                  </a:lnTo>
                  <a:lnTo>
                    <a:pt x="768" y="976"/>
                  </a:lnTo>
                  <a:lnTo>
                    <a:pt x="668" y="960"/>
                  </a:lnTo>
                  <a:lnTo>
                    <a:pt x="618" y="1042"/>
                  </a:lnTo>
                  <a:lnTo>
                    <a:pt x="512" y="1006"/>
                  </a:lnTo>
                  <a:lnTo>
                    <a:pt x="472" y="1220"/>
                  </a:lnTo>
                  <a:lnTo>
                    <a:pt x="512" y="1275"/>
                  </a:lnTo>
                  <a:lnTo>
                    <a:pt x="452" y="1335"/>
                  </a:lnTo>
                  <a:lnTo>
                    <a:pt x="527" y="1370"/>
                  </a:lnTo>
                  <a:lnTo>
                    <a:pt x="572" y="1475"/>
                  </a:lnTo>
                  <a:lnTo>
                    <a:pt x="518" y="1567"/>
                  </a:lnTo>
                  <a:lnTo>
                    <a:pt x="542" y="1686"/>
                  </a:lnTo>
                  <a:lnTo>
                    <a:pt x="352" y="1791"/>
                  </a:lnTo>
                  <a:lnTo>
                    <a:pt x="322" y="1861"/>
                  </a:lnTo>
                  <a:lnTo>
                    <a:pt x="442" y="1926"/>
                  </a:lnTo>
                  <a:lnTo>
                    <a:pt x="332" y="1971"/>
                  </a:lnTo>
                  <a:lnTo>
                    <a:pt x="217" y="1971"/>
                  </a:lnTo>
                  <a:lnTo>
                    <a:pt x="156" y="2036"/>
                  </a:lnTo>
                  <a:lnTo>
                    <a:pt x="234" y="2084"/>
                  </a:lnTo>
                  <a:lnTo>
                    <a:pt x="204" y="2168"/>
                  </a:lnTo>
                  <a:lnTo>
                    <a:pt x="6" y="2270"/>
                  </a:lnTo>
                  <a:lnTo>
                    <a:pt x="42" y="2315"/>
                  </a:lnTo>
                  <a:lnTo>
                    <a:pt x="125" y="2334"/>
                  </a:lnTo>
                  <a:lnTo>
                    <a:pt x="98" y="2384"/>
                  </a:lnTo>
                  <a:lnTo>
                    <a:pt x="23" y="2373"/>
                  </a:lnTo>
                  <a:lnTo>
                    <a:pt x="0" y="2424"/>
                  </a:lnTo>
                  <a:lnTo>
                    <a:pt x="38" y="2498"/>
                  </a:lnTo>
                  <a:lnTo>
                    <a:pt x="47" y="2578"/>
                  </a:lnTo>
                  <a:lnTo>
                    <a:pt x="162" y="2581"/>
                  </a:lnTo>
                  <a:lnTo>
                    <a:pt x="255" y="2566"/>
                  </a:lnTo>
                  <a:lnTo>
                    <a:pt x="291" y="2628"/>
                  </a:lnTo>
                  <a:lnTo>
                    <a:pt x="293" y="2731"/>
                  </a:lnTo>
                  <a:lnTo>
                    <a:pt x="530" y="2809"/>
                  </a:lnTo>
                  <a:lnTo>
                    <a:pt x="608" y="2901"/>
                  </a:lnTo>
                  <a:lnTo>
                    <a:pt x="1067" y="2932"/>
                  </a:lnTo>
                  <a:lnTo>
                    <a:pt x="1082" y="3037"/>
                  </a:lnTo>
                  <a:lnTo>
                    <a:pt x="1162" y="3106"/>
                  </a:lnTo>
                  <a:lnTo>
                    <a:pt x="1292" y="3061"/>
                  </a:lnTo>
                  <a:lnTo>
                    <a:pt x="1371" y="3007"/>
                  </a:lnTo>
                  <a:lnTo>
                    <a:pt x="1457" y="2779"/>
                  </a:lnTo>
                  <a:lnTo>
                    <a:pt x="1642" y="2736"/>
                  </a:lnTo>
                  <a:lnTo>
                    <a:pt x="1835" y="2731"/>
                  </a:lnTo>
                  <a:lnTo>
                    <a:pt x="1762" y="2871"/>
                  </a:lnTo>
                  <a:lnTo>
                    <a:pt x="1878" y="2946"/>
                  </a:lnTo>
                  <a:lnTo>
                    <a:pt x="2028" y="2943"/>
                  </a:lnTo>
                  <a:lnTo>
                    <a:pt x="2178" y="2835"/>
                  </a:lnTo>
                  <a:lnTo>
                    <a:pt x="2452" y="2910"/>
                  </a:lnTo>
                  <a:lnTo>
                    <a:pt x="2584" y="2820"/>
                  </a:lnTo>
                  <a:lnTo>
                    <a:pt x="2721" y="2791"/>
                  </a:lnTo>
                  <a:lnTo>
                    <a:pt x="2827" y="2869"/>
                  </a:lnTo>
                  <a:lnTo>
                    <a:pt x="2956" y="2856"/>
                  </a:lnTo>
                  <a:lnTo>
                    <a:pt x="3203" y="2836"/>
                  </a:lnTo>
                  <a:lnTo>
                    <a:pt x="3278" y="2941"/>
                  </a:lnTo>
                  <a:lnTo>
                    <a:pt x="3393" y="2968"/>
                  </a:lnTo>
                  <a:lnTo>
                    <a:pt x="3498" y="2781"/>
                  </a:lnTo>
                  <a:lnTo>
                    <a:pt x="3528" y="2566"/>
                  </a:lnTo>
                  <a:lnTo>
                    <a:pt x="3663" y="2346"/>
                  </a:lnTo>
                  <a:lnTo>
                    <a:pt x="3768" y="2361"/>
                  </a:lnTo>
                  <a:lnTo>
                    <a:pt x="3903" y="2281"/>
                  </a:lnTo>
                  <a:lnTo>
                    <a:pt x="4038" y="2061"/>
                  </a:lnTo>
                  <a:lnTo>
                    <a:pt x="4161" y="1942"/>
                  </a:lnTo>
                  <a:lnTo>
                    <a:pt x="4083" y="1851"/>
                  </a:lnTo>
                  <a:lnTo>
                    <a:pt x="3948" y="1786"/>
                  </a:lnTo>
                  <a:lnTo>
                    <a:pt x="3874" y="1791"/>
                  </a:lnTo>
                  <a:lnTo>
                    <a:pt x="3903" y="1696"/>
                  </a:lnTo>
                  <a:lnTo>
                    <a:pt x="3880" y="1605"/>
                  </a:lnTo>
                  <a:lnTo>
                    <a:pt x="4042" y="1620"/>
                  </a:lnTo>
                  <a:lnTo>
                    <a:pt x="4186" y="1605"/>
                  </a:lnTo>
                  <a:lnTo>
                    <a:pt x="4313" y="1636"/>
                  </a:lnTo>
                  <a:lnTo>
                    <a:pt x="4473" y="1550"/>
                  </a:lnTo>
                  <a:lnTo>
                    <a:pt x="4398" y="1455"/>
                  </a:lnTo>
                  <a:lnTo>
                    <a:pt x="4443" y="1335"/>
                  </a:lnTo>
                  <a:lnTo>
                    <a:pt x="4403" y="1295"/>
                  </a:lnTo>
                  <a:lnTo>
                    <a:pt x="4448" y="1215"/>
                  </a:lnTo>
                  <a:lnTo>
                    <a:pt x="4398" y="1140"/>
                  </a:lnTo>
                  <a:lnTo>
                    <a:pt x="4238" y="1205"/>
                  </a:lnTo>
                  <a:lnTo>
                    <a:pt x="4053" y="1020"/>
                  </a:lnTo>
                  <a:lnTo>
                    <a:pt x="3908" y="975"/>
                  </a:lnTo>
                  <a:lnTo>
                    <a:pt x="3843" y="875"/>
                  </a:lnTo>
                  <a:lnTo>
                    <a:pt x="3728" y="890"/>
                  </a:lnTo>
                  <a:lnTo>
                    <a:pt x="3653" y="1025"/>
                  </a:lnTo>
                  <a:lnTo>
                    <a:pt x="3513" y="1025"/>
                  </a:lnTo>
                  <a:lnTo>
                    <a:pt x="3503" y="885"/>
                  </a:lnTo>
                  <a:lnTo>
                    <a:pt x="3323" y="975"/>
                  </a:lnTo>
                  <a:lnTo>
                    <a:pt x="3233" y="950"/>
                  </a:lnTo>
                  <a:lnTo>
                    <a:pt x="3263" y="855"/>
                  </a:lnTo>
                  <a:lnTo>
                    <a:pt x="3213" y="765"/>
                  </a:lnTo>
                  <a:lnTo>
                    <a:pt x="3068" y="825"/>
                  </a:lnTo>
                  <a:lnTo>
                    <a:pt x="3003" y="905"/>
                  </a:lnTo>
                  <a:lnTo>
                    <a:pt x="2793" y="950"/>
                  </a:lnTo>
                  <a:lnTo>
                    <a:pt x="2808" y="830"/>
                  </a:lnTo>
                  <a:lnTo>
                    <a:pt x="2678" y="915"/>
                  </a:lnTo>
                  <a:lnTo>
                    <a:pt x="2538" y="825"/>
                  </a:lnTo>
                  <a:lnTo>
                    <a:pt x="2508" y="720"/>
                  </a:lnTo>
                  <a:lnTo>
                    <a:pt x="2393" y="740"/>
                  </a:lnTo>
                  <a:lnTo>
                    <a:pt x="2333" y="825"/>
                  </a:lnTo>
                  <a:lnTo>
                    <a:pt x="2422" y="970"/>
                  </a:lnTo>
                  <a:lnTo>
                    <a:pt x="2448" y="1095"/>
                  </a:lnTo>
                  <a:lnTo>
                    <a:pt x="2453" y="1205"/>
                  </a:lnTo>
                  <a:lnTo>
                    <a:pt x="2558" y="1230"/>
                  </a:lnTo>
                  <a:lnTo>
                    <a:pt x="2544" y="1381"/>
                  </a:lnTo>
                  <a:lnTo>
                    <a:pt x="2433" y="1410"/>
                  </a:lnTo>
                  <a:lnTo>
                    <a:pt x="2348" y="1325"/>
                  </a:lnTo>
                  <a:lnTo>
                    <a:pt x="2257" y="1350"/>
                  </a:lnTo>
                  <a:lnTo>
                    <a:pt x="2192" y="1230"/>
                  </a:lnTo>
                  <a:lnTo>
                    <a:pt x="2167" y="1050"/>
                  </a:lnTo>
                  <a:lnTo>
                    <a:pt x="2222" y="930"/>
                  </a:lnTo>
                  <a:lnTo>
                    <a:pt x="2212" y="755"/>
                  </a:lnTo>
                  <a:lnTo>
                    <a:pt x="2288" y="650"/>
                  </a:lnTo>
                  <a:lnTo>
                    <a:pt x="2423" y="675"/>
                  </a:lnTo>
                  <a:lnTo>
                    <a:pt x="2498" y="560"/>
                  </a:lnTo>
                  <a:lnTo>
                    <a:pt x="2558" y="425"/>
                  </a:lnTo>
                  <a:lnTo>
                    <a:pt x="2618" y="315"/>
                  </a:lnTo>
                  <a:lnTo>
                    <a:pt x="2603" y="170"/>
                  </a:lnTo>
                  <a:lnTo>
                    <a:pt x="2543" y="50"/>
                  </a:lnTo>
                  <a:lnTo>
                    <a:pt x="2363" y="0"/>
                  </a:lnTo>
                  <a:lnTo>
                    <a:pt x="2177" y="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1058E33-E9A7-8A0B-E9DB-A83955845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849" y="2159936"/>
              <a:ext cx="1165225" cy="1120775"/>
            </a:xfrm>
            <a:custGeom>
              <a:avLst/>
              <a:gdLst>
                <a:gd name="T0" fmla="*/ 0 w 3670"/>
                <a:gd name="T1" fmla="*/ 0 h 3530"/>
                <a:gd name="T2" fmla="*/ 0 w 3670"/>
                <a:gd name="T3" fmla="*/ 0 h 3530"/>
                <a:gd name="T4" fmla="*/ 0 w 3670"/>
                <a:gd name="T5" fmla="*/ 0 h 3530"/>
                <a:gd name="T6" fmla="*/ 0 w 3670"/>
                <a:gd name="T7" fmla="*/ 0 h 3530"/>
                <a:gd name="T8" fmla="*/ 0 w 3670"/>
                <a:gd name="T9" fmla="*/ 0 h 3530"/>
                <a:gd name="T10" fmla="*/ 0 w 3670"/>
                <a:gd name="T11" fmla="*/ 0 h 3530"/>
                <a:gd name="T12" fmla="*/ 0 w 3670"/>
                <a:gd name="T13" fmla="*/ 0 h 3530"/>
                <a:gd name="T14" fmla="*/ 0 w 3670"/>
                <a:gd name="T15" fmla="*/ 0 h 3530"/>
                <a:gd name="T16" fmla="*/ 0 w 3670"/>
                <a:gd name="T17" fmla="*/ 0 h 3530"/>
                <a:gd name="T18" fmla="*/ 0 w 3670"/>
                <a:gd name="T19" fmla="*/ 0 h 3530"/>
                <a:gd name="T20" fmla="*/ 0 w 3670"/>
                <a:gd name="T21" fmla="*/ 0 h 3530"/>
                <a:gd name="T22" fmla="*/ 0 w 3670"/>
                <a:gd name="T23" fmla="*/ 0 h 3530"/>
                <a:gd name="T24" fmla="*/ 0 w 3670"/>
                <a:gd name="T25" fmla="*/ 0 h 3530"/>
                <a:gd name="T26" fmla="*/ 0 w 3670"/>
                <a:gd name="T27" fmla="*/ 0 h 3530"/>
                <a:gd name="T28" fmla="*/ 0 w 3670"/>
                <a:gd name="T29" fmla="*/ 0 h 3530"/>
                <a:gd name="T30" fmla="*/ 0 w 3670"/>
                <a:gd name="T31" fmla="*/ 0 h 3530"/>
                <a:gd name="T32" fmla="*/ 0 w 3670"/>
                <a:gd name="T33" fmla="*/ 0 h 3530"/>
                <a:gd name="T34" fmla="*/ 0 w 3670"/>
                <a:gd name="T35" fmla="*/ 0 h 3530"/>
                <a:gd name="T36" fmla="*/ 0 w 3670"/>
                <a:gd name="T37" fmla="*/ 0 h 3530"/>
                <a:gd name="T38" fmla="*/ 0 w 3670"/>
                <a:gd name="T39" fmla="*/ 0 h 3530"/>
                <a:gd name="T40" fmla="*/ 0 w 3670"/>
                <a:gd name="T41" fmla="*/ 0 h 3530"/>
                <a:gd name="T42" fmla="*/ 0 w 3670"/>
                <a:gd name="T43" fmla="*/ 0 h 3530"/>
                <a:gd name="T44" fmla="*/ 0 w 3670"/>
                <a:gd name="T45" fmla="*/ 0 h 3530"/>
                <a:gd name="T46" fmla="*/ 0 w 3670"/>
                <a:gd name="T47" fmla="*/ 0 h 3530"/>
                <a:gd name="T48" fmla="*/ 0 w 3670"/>
                <a:gd name="T49" fmla="*/ 0 h 3530"/>
                <a:gd name="T50" fmla="*/ 0 w 3670"/>
                <a:gd name="T51" fmla="*/ 0 h 3530"/>
                <a:gd name="T52" fmla="*/ 0 w 3670"/>
                <a:gd name="T53" fmla="*/ 0 h 3530"/>
                <a:gd name="T54" fmla="*/ 0 w 3670"/>
                <a:gd name="T55" fmla="*/ 0 h 3530"/>
                <a:gd name="T56" fmla="*/ 0 w 3670"/>
                <a:gd name="T57" fmla="*/ 0 h 3530"/>
                <a:gd name="T58" fmla="*/ 0 w 3670"/>
                <a:gd name="T59" fmla="*/ 0 h 3530"/>
                <a:gd name="T60" fmla="*/ 0 w 3670"/>
                <a:gd name="T61" fmla="*/ 0 h 3530"/>
                <a:gd name="T62" fmla="*/ 0 w 3670"/>
                <a:gd name="T63" fmla="*/ 0 h 3530"/>
                <a:gd name="T64" fmla="*/ 0 w 3670"/>
                <a:gd name="T65" fmla="*/ 0 h 3530"/>
                <a:gd name="T66" fmla="*/ 0 w 3670"/>
                <a:gd name="T67" fmla="*/ 0 h 3530"/>
                <a:gd name="T68" fmla="*/ 0 w 3670"/>
                <a:gd name="T69" fmla="*/ 0 h 3530"/>
                <a:gd name="T70" fmla="*/ 0 w 3670"/>
                <a:gd name="T71" fmla="*/ 0 h 3530"/>
                <a:gd name="T72" fmla="*/ 0 w 3670"/>
                <a:gd name="T73" fmla="*/ 0 h 3530"/>
                <a:gd name="T74" fmla="*/ 0 w 3670"/>
                <a:gd name="T75" fmla="*/ 0 h 3530"/>
                <a:gd name="T76" fmla="*/ 0 w 3670"/>
                <a:gd name="T77" fmla="*/ 0 h 3530"/>
                <a:gd name="T78" fmla="*/ 0 w 3670"/>
                <a:gd name="T79" fmla="*/ 0 h 3530"/>
                <a:gd name="T80" fmla="*/ 0 w 3670"/>
                <a:gd name="T81" fmla="*/ 0 h 3530"/>
                <a:gd name="T82" fmla="*/ 0 w 3670"/>
                <a:gd name="T83" fmla="*/ 0 h 3530"/>
                <a:gd name="T84" fmla="*/ 0 w 3670"/>
                <a:gd name="T85" fmla="*/ 0 h 3530"/>
                <a:gd name="T86" fmla="*/ 0 w 3670"/>
                <a:gd name="T87" fmla="*/ 0 h 3530"/>
                <a:gd name="T88" fmla="*/ 0 w 3670"/>
                <a:gd name="T89" fmla="*/ 0 h 3530"/>
                <a:gd name="T90" fmla="*/ 0 w 3670"/>
                <a:gd name="T91" fmla="*/ 0 h 3530"/>
                <a:gd name="T92" fmla="*/ 0 w 3670"/>
                <a:gd name="T93" fmla="*/ 0 h 3530"/>
                <a:gd name="T94" fmla="*/ 0 w 3670"/>
                <a:gd name="T95" fmla="*/ 0 h 3530"/>
                <a:gd name="T96" fmla="*/ 0 w 3670"/>
                <a:gd name="T97" fmla="*/ 0 h 3530"/>
                <a:gd name="T98" fmla="*/ 0 w 3670"/>
                <a:gd name="T99" fmla="*/ 0 h 3530"/>
                <a:gd name="T100" fmla="*/ 0 w 3670"/>
                <a:gd name="T101" fmla="*/ 0 h 3530"/>
                <a:gd name="T102" fmla="*/ 0 w 3670"/>
                <a:gd name="T103" fmla="*/ 0 h 353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670" h="3530">
                  <a:moveTo>
                    <a:pt x="120" y="1401"/>
                  </a:moveTo>
                  <a:lnTo>
                    <a:pt x="105" y="1506"/>
                  </a:lnTo>
                  <a:lnTo>
                    <a:pt x="235" y="1673"/>
                  </a:lnTo>
                  <a:lnTo>
                    <a:pt x="211" y="1815"/>
                  </a:lnTo>
                  <a:lnTo>
                    <a:pt x="161" y="1968"/>
                  </a:lnTo>
                  <a:lnTo>
                    <a:pt x="331" y="1896"/>
                  </a:lnTo>
                  <a:lnTo>
                    <a:pt x="431" y="1909"/>
                  </a:lnTo>
                  <a:lnTo>
                    <a:pt x="506" y="1864"/>
                  </a:lnTo>
                  <a:lnTo>
                    <a:pt x="517" y="1936"/>
                  </a:lnTo>
                  <a:lnTo>
                    <a:pt x="705" y="1936"/>
                  </a:lnTo>
                  <a:lnTo>
                    <a:pt x="886" y="1984"/>
                  </a:lnTo>
                  <a:lnTo>
                    <a:pt x="946" y="2104"/>
                  </a:lnTo>
                  <a:lnTo>
                    <a:pt x="961" y="2248"/>
                  </a:lnTo>
                  <a:lnTo>
                    <a:pt x="898" y="2367"/>
                  </a:lnTo>
                  <a:lnTo>
                    <a:pt x="842" y="2493"/>
                  </a:lnTo>
                  <a:lnTo>
                    <a:pt x="767" y="2611"/>
                  </a:lnTo>
                  <a:lnTo>
                    <a:pt x="631" y="2584"/>
                  </a:lnTo>
                  <a:lnTo>
                    <a:pt x="554" y="2692"/>
                  </a:lnTo>
                  <a:lnTo>
                    <a:pt x="565" y="2866"/>
                  </a:lnTo>
                  <a:lnTo>
                    <a:pt x="510" y="2985"/>
                  </a:lnTo>
                  <a:lnTo>
                    <a:pt x="535" y="3164"/>
                  </a:lnTo>
                  <a:lnTo>
                    <a:pt x="599" y="3284"/>
                  </a:lnTo>
                  <a:lnTo>
                    <a:pt x="689" y="3258"/>
                  </a:lnTo>
                  <a:lnTo>
                    <a:pt x="776" y="3345"/>
                  </a:lnTo>
                  <a:lnTo>
                    <a:pt x="887" y="3314"/>
                  </a:lnTo>
                  <a:lnTo>
                    <a:pt x="901" y="3162"/>
                  </a:lnTo>
                  <a:lnTo>
                    <a:pt x="796" y="3140"/>
                  </a:lnTo>
                  <a:lnTo>
                    <a:pt x="791" y="3032"/>
                  </a:lnTo>
                  <a:lnTo>
                    <a:pt x="766" y="2908"/>
                  </a:lnTo>
                  <a:lnTo>
                    <a:pt x="677" y="2761"/>
                  </a:lnTo>
                  <a:lnTo>
                    <a:pt x="737" y="2673"/>
                  </a:lnTo>
                  <a:lnTo>
                    <a:pt x="848" y="2655"/>
                  </a:lnTo>
                  <a:lnTo>
                    <a:pt x="883" y="2763"/>
                  </a:lnTo>
                  <a:lnTo>
                    <a:pt x="1019" y="2851"/>
                  </a:lnTo>
                  <a:lnTo>
                    <a:pt x="1150" y="2766"/>
                  </a:lnTo>
                  <a:lnTo>
                    <a:pt x="1135" y="2883"/>
                  </a:lnTo>
                  <a:lnTo>
                    <a:pt x="1346" y="2841"/>
                  </a:lnTo>
                  <a:lnTo>
                    <a:pt x="1411" y="2760"/>
                  </a:lnTo>
                  <a:lnTo>
                    <a:pt x="1555" y="2701"/>
                  </a:lnTo>
                  <a:lnTo>
                    <a:pt x="1604" y="2791"/>
                  </a:lnTo>
                  <a:lnTo>
                    <a:pt x="1574" y="2887"/>
                  </a:lnTo>
                  <a:lnTo>
                    <a:pt x="1669" y="2910"/>
                  </a:lnTo>
                  <a:lnTo>
                    <a:pt x="1845" y="2821"/>
                  </a:lnTo>
                  <a:lnTo>
                    <a:pt x="1855" y="2958"/>
                  </a:lnTo>
                  <a:lnTo>
                    <a:pt x="1994" y="2960"/>
                  </a:lnTo>
                  <a:lnTo>
                    <a:pt x="2072" y="2824"/>
                  </a:lnTo>
                  <a:lnTo>
                    <a:pt x="2185" y="2811"/>
                  </a:lnTo>
                  <a:lnTo>
                    <a:pt x="2249" y="2908"/>
                  </a:lnTo>
                  <a:lnTo>
                    <a:pt x="2392" y="2952"/>
                  </a:lnTo>
                  <a:lnTo>
                    <a:pt x="2578" y="3138"/>
                  </a:lnTo>
                  <a:lnTo>
                    <a:pt x="2740" y="3075"/>
                  </a:lnTo>
                  <a:lnTo>
                    <a:pt x="2791" y="3150"/>
                  </a:lnTo>
                  <a:lnTo>
                    <a:pt x="2744" y="3230"/>
                  </a:lnTo>
                  <a:lnTo>
                    <a:pt x="2786" y="3270"/>
                  </a:lnTo>
                  <a:lnTo>
                    <a:pt x="2741" y="3387"/>
                  </a:lnTo>
                  <a:lnTo>
                    <a:pt x="2816" y="3485"/>
                  </a:lnTo>
                  <a:lnTo>
                    <a:pt x="2920" y="3530"/>
                  </a:lnTo>
                  <a:lnTo>
                    <a:pt x="3031" y="3485"/>
                  </a:lnTo>
                  <a:lnTo>
                    <a:pt x="3090" y="3405"/>
                  </a:lnTo>
                  <a:lnTo>
                    <a:pt x="3115" y="3215"/>
                  </a:lnTo>
                  <a:lnTo>
                    <a:pt x="3175" y="3150"/>
                  </a:lnTo>
                  <a:lnTo>
                    <a:pt x="3090" y="2990"/>
                  </a:lnTo>
                  <a:lnTo>
                    <a:pt x="3040" y="2881"/>
                  </a:lnTo>
                  <a:lnTo>
                    <a:pt x="3075" y="2761"/>
                  </a:lnTo>
                  <a:lnTo>
                    <a:pt x="3280" y="2641"/>
                  </a:lnTo>
                  <a:lnTo>
                    <a:pt x="3445" y="2491"/>
                  </a:lnTo>
                  <a:lnTo>
                    <a:pt x="3655" y="2491"/>
                  </a:lnTo>
                  <a:lnTo>
                    <a:pt x="3670" y="2406"/>
                  </a:lnTo>
                  <a:lnTo>
                    <a:pt x="3420" y="2316"/>
                  </a:lnTo>
                  <a:lnTo>
                    <a:pt x="3450" y="2151"/>
                  </a:lnTo>
                  <a:lnTo>
                    <a:pt x="3330" y="2116"/>
                  </a:lnTo>
                  <a:lnTo>
                    <a:pt x="3415" y="2026"/>
                  </a:lnTo>
                  <a:lnTo>
                    <a:pt x="3570" y="2011"/>
                  </a:lnTo>
                  <a:lnTo>
                    <a:pt x="3420" y="1881"/>
                  </a:lnTo>
                  <a:lnTo>
                    <a:pt x="3329" y="1732"/>
                  </a:lnTo>
                  <a:lnTo>
                    <a:pt x="3287" y="1579"/>
                  </a:lnTo>
                  <a:lnTo>
                    <a:pt x="3149" y="1546"/>
                  </a:lnTo>
                  <a:lnTo>
                    <a:pt x="3056" y="1625"/>
                  </a:lnTo>
                  <a:lnTo>
                    <a:pt x="2776" y="1522"/>
                  </a:lnTo>
                  <a:lnTo>
                    <a:pt x="2740" y="1430"/>
                  </a:lnTo>
                  <a:lnTo>
                    <a:pt x="2624" y="1447"/>
                  </a:lnTo>
                  <a:lnTo>
                    <a:pt x="2440" y="1326"/>
                  </a:lnTo>
                  <a:lnTo>
                    <a:pt x="2354" y="1381"/>
                  </a:lnTo>
                  <a:lnTo>
                    <a:pt x="1939" y="1067"/>
                  </a:lnTo>
                  <a:lnTo>
                    <a:pt x="1457" y="872"/>
                  </a:lnTo>
                  <a:lnTo>
                    <a:pt x="1185" y="811"/>
                  </a:lnTo>
                  <a:lnTo>
                    <a:pt x="970" y="706"/>
                  </a:lnTo>
                  <a:lnTo>
                    <a:pt x="825" y="601"/>
                  </a:lnTo>
                  <a:lnTo>
                    <a:pt x="882" y="509"/>
                  </a:lnTo>
                  <a:lnTo>
                    <a:pt x="735" y="452"/>
                  </a:lnTo>
                  <a:lnTo>
                    <a:pt x="645" y="352"/>
                  </a:lnTo>
                  <a:lnTo>
                    <a:pt x="475" y="447"/>
                  </a:lnTo>
                  <a:lnTo>
                    <a:pt x="355" y="352"/>
                  </a:lnTo>
                  <a:lnTo>
                    <a:pt x="355" y="257"/>
                  </a:lnTo>
                  <a:lnTo>
                    <a:pt x="402" y="80"/>
                  </a:lnTo>
                  <a:lnTo>
                    <a:pt x="247" y="0"/>
                  </a:lnTo>
                  <a:lnTo>
                    <a:pt x="195" y="112"/>
                  </a:lnTo>
                  <a:lnTo>
                    <a:pt x="75" y="217"/>
                  </a:lnTo>
                  <a:lnTo>
                    <a:pt x="0" y="397"/>
                  </a:lnTo>
                  <a:lnTo>
                    <a:pt x="30" y="577"/>
                  </a:lnTo>
                  <a:lnTo>
                    <a:pt x="60" y="751"/>
                  </a:lnTo>
                  <a:lnTo>
                    <a:pt x="48" y="798"/>
                  </a:lnTo>
                  <a:lnTo>
                    <a:pt x="91" y="848"/>
                  </a:lnTo>
                  <a:lnTo>
                    <a:pt x="117" y="902"/>
                  </a:lnTo>
                  <a:lnTo>
                    <a:pt x="127" y="977"/>
                  </a:lnTo>
                  <a:lnTo>
                    <a:pt x="210" y="1096"/>
                  </a:lnTo>
                  <a:lnTo>
                    <a:pt x="208" y="1220"/>
                  </a:lnTo>
                  <a:lnTo>
                    <a:pt x="120" y="1401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6EE67F-2545-533C-3128-1AA8D917C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62" y="3241023"/>
              <a:ext cx="661988" cy="1092200"/>
            </a:xfrm>
            <a:custGeom>
              <a:avLst/>
              <a:gdLst>
                <a:gd name="T0" fmla="*/ 0 w 2085"/>
                <a:gd name="T1" fmla="*/ 0 h 3441"/>
                <a:gd name="T2" fmla="*/ 0 w 2085"/>
                <a:gd name="T3" fmla="*/ 0 h 3441"/>
                <a:gd name="T4" fmla="*/ 0 w 2085"/>
                <a:gd name="T5" fmla="*/ 0 h 3441"/>
                <a:gd name="T6" fmla="*/ 0 w 2085"/>
                <a:gd name="T7" fmla="*/ 0 h 3441"/>
                <a:gd name="T8" fmla="*/ 0 w 2085"/>
                <a:gd name="T9" fmla="*/ 0 h 3441"/>
                <a:gd name="T10" fmla="*/ 0 w 2085"/>
                <a:gd name="T11" fmla="*/ 0 h 3441"/>
                <a:gd name="T12" fmla="*/ 0 w 2085"/>
                <a:gd name="T13" fmla="*/ 0 h 3441"/>
                <a:gd name="T14" fmla="*/ 0 w 2085"/>
                <a:gd name="T15" fmla="*/ 0 h 3441"/>
                <a:gd name="T16" fmla="*/ 0 w 2085"/>
                <a:gd name="T17" fmla="*/ 0 h 3441"/>
                <a:gd name="T18" fmla="*/ 0 w 2085"/>
                <a:gd name="T19" fmla="*/ 0 h 3441"/>
                <a:gd name="T20" fmla="*/ 0 w 2085"/>
                <a:gd name="T21" fmla="*/ 0 h 3441"/>
                <a:gd name="T22" fmla="*/ 0 w 2085"/>
                <a:gd name="T23" fmla="*/ 0 h 3441"/>
                <a:gd name="T24" fmla="*/ 0 w 2085"/>
                <a:gd name="T25" fmla="*/ 0 h 3441"/>
                <a:gd name="T26" fmla="*/ 0 w 2085"/>
                <a:gd name="T27" fmla="*/ 0 h 3441"/>
                <a:gd name="T28" fmla="*/ 0 w 2085"/>
                <a:gd name="T29" fmla="*/ 0 h 3441"/>
                <a:gd name="T30" fmla="*/ 0 w 2085"/>
                <a:gd name="T31" fmla="*/ 0 h 3441"/>
                <a:gd name="T32" fmla="*/ 0 w 2085"/>
                <a:gd name="T33" fmla="*/ 0 h 3441"/>
                <a:gd name="T34" fmla="*/ 0 w 2085"/>
                <a:gd name="T35" fmla="*/ 0 h 3441"/>
                <a:gd name="T36" fmla="*/ 0 w 2085"/>
                <a:gd name="T37" fmla="*/ 0 h 3441"/>
                <a:gd name="T38" fmla="*/ 0 w 2085"/>
                <a:gd name="T39" fmla="*/ 0 h 3441"/>
                <a:gd name="T40" fmla="*/ 0 w 2085"/>
                <a:gd name="T41" fmla="*/ 0 h 3441"/>
                <a:gd name="T42" fmla="*/ 0 w 2085"/>
                <a:gd name="T43" fmla="*/ 0 h 3441"/>
                <a:gd name="T44" fmla="*/ 0 w 2085"/>
                <a:gd name="T45" fmla="*/ 0 h 3441"/>
                <a:gd name="T46" fmla="*/ 0 w 2085"/>
                <a:gd name="T47" fmla="*/ 0 h 3441"/>
                <a:gd name="T48" fmla="*/ 0 w 2085"/>
                <a:gd name="T49" fmla="*/ 0 h 3441"/>
                <a:gd name="T50" fmla="*/ 0 w 2085"/>
                <a:gd name="T51" fmla="*/ 0 h 3441"/>
                <a:gd name="T52" fmla="*/ 0 w 2085"/>
                <a:gd name="T53" fmla="*/ 0 h 3441"/>
                <a:gd name="T54" fmla="*/ 0 w 2085"/>
                <a:gd name="T55" fmla="*/ 0 h 3441"/>
                <a:gd name="T56" fmla="*/ 0 w 2085"/>
                <a:gd name="T57" fmla="*/ 0 h 3441"/>
                <a:gd name="T58" fmla="*/ 0 w 2085"/>
                <a:gd name="T59" fmla="*/ 0 h 3441"/>
                <a:gd name="T60" fmla="*/ 0 w 2085"/>
                <a:gd name="T61" fmla="*/ 0 h 3441"/>
                <a:gd name="T62" fmla="*/ 0 w 2085"/>
                <a:gd name="T63" fmla="*/ 0 h 3441"/>
                <a:gd name="T64" fmla="*/ 0 w 2085"/>
                <a:gd name="T65" fmla="*/ 0 h 3441"/>
                <a:gd name="T66" fmla="*/ 0 w 2085"/>
                <a:gd name="T67" fmla="*/ 0 h 3441"/>
                <a:gd name="T68" fmla="*/ 0 w 2085"/>
                <a:gd name="T69" fmla="*/ 0 h 3441"/>
                <a:gd name="T70" fmla="*/ 0 w 2085"/>
                <a:gd name="T71" fmla="*/ 0 h 3441"/>
                <a:gd name="T72" fmla="*/ 0 w 2085"/>
                <a:gd name="T73" fmla="*/ 0 h 344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85" h="3441">
                  <a:moveTo>
                    <a:pt x="1575" y="0"/>
                  </a:moveTo>
                  <a:lnTo>
                    <a:pt x="1695" y="125"/>
                  </a:lnTo>
                  <a:lnTo>
                    <a:pt x="1800" y="260"/>
                  </a:lnTo>
                  <a:lnTo>
                    <a:pt x="1920" y="215"/>
                  </a:lnTo>
                  <a:lnTo>
                    <a:pt x="1905" y="425"/>
                  </a:lnTo>
                  <a:lnTo>
                    <a:pt x="1960" y="540"/>
                  </a:lnTo>
                  <a:lnTo>
                    <a:pt x="2080" y="570"/>
                  </a:lnTo>
                  <a:lnTo>
                    <a:pt x="2085" y="660"/>
                  </a:lnTo>
                  <a:lnTo>
                    <a:pt x="1930" y="815"/>
                  </a:lnTo>
                  <a:lnTo>
                    <a:pt x="1919" y="891"/>
                  </a:lnTo>
                  <a:lnTo>
                    <a:pt x="1711" y="1052"/>
                  </a:lnTo>
                  <a:lnTo>
                    <a:pt x="1710" y="1190"/>
                  </a:lnTo>
                  <a:lnTo>
                    <a:pt x="1615" y="1325"/>
                  </a:lnTo>
                  <a:lnTo>
                    <a:pt x="1606" y="1484"/>
                  </a:lnTo>
                  <a:lnTo>
                    <a:pt x="1469" y="1581"/>
                  </a:lnTo>
                  <a:lnTo>
                    <a:pt x="1271" y="1580"/>
                  </a:lnTo>
                  <a:lnTo>
                    <a:pt x="1213" y="1695"/>
                  </a:lnTo>
                  <a:lnTo>
                    <a:pt x="1110" y="1801"/>
                  </a:lnTo>
                  <a:lnTo>
                    <a:pt x="1139" y="2163"/>
                  </a:lnTo>
                  <a:lnTo>
                    <a:pt x="1240" y="2211"/>
                  </a:lnTo>
                  <a:lnTo>
                    <a:pt x="1349" y="2271"/>
                  </a:lnTo>
                  <a:lnTo>
                    <a:pt x="1225" y="2326"/>
                  </a:lnTo>
                  <a:lnTo>
                    <a:pt x="1070" y="2262"/>
                  </a:lnTo>
                  <a:lnTo>
                    <a:pt x="896" y="2176"/>
                  </a:lnTo>
                  <a:lnTo>
                    <a:pt x="841" y="2256"/>
                  </a:lnTo>
                  <a:lnTo>
                    <a:pt x="944" y="2355"/>
                  </a:lnTo>
                  <a:lnTo>
                    <a:pt x="941" y="2478"/>
                  </a:lnTo>
                  <a:lnTo>
                    <a:pt x="1005" y="2571"/>
                  </a:lnTo>
                  <a:lnTo>
                    <a:pt x="1020" y="2691"/>
                  </a:lnTo>
                  <a:lnTo>
                    <a:pt x="1050" y="2791"/>
                  </a:lnTo>
                  <a:lnTo>
                    <a:pt x="910" y="2986"/>
                  </a:lnTo>
                  <a:lnTo>
                    <a:pt x="810" y="3081"/>
                  </a:lnTo>
                  <a:lnTo>
                    <a:pt x="705" y="3151"/>
                  </a:lnTo>
                  <a:lnTo>
                    <a:pt x="630" y="3441"/>
                  </a:lnTo>
                  <a:lnTo>
                    <a:pt x="535" y="3396"/>
                  </a:lnTo>
                  <a:lnTo>
                    <a:pt x="430" y="3421"/>
                  </a:lnTo>
                  <a:lnTo>
                    <a:pt x="390" y="3226"/>
                  </a:lnTo>
                  <a:lnTo>
                    <a:pt x="310" y="3241"/>
                  </a:lnTo>
                  <a:lnTo>
                    <a:pt x="240" y="3046"/>
                  </a:lnTo>
                  <a:lnTo>
                    <a:pt x="0" y="2941"/>
                  </a:lnTo>
                  <a:lnTo>
                    <a:pt x="70" y="2881"/>
                  </a:lnTo>
                  <a:lnTo>
                    <a:pt x="45" y="2796"/>
                  </a:lnTo>
                  <a:lnTo>
                    <a:pt x="105" y="2676"/>
                  </a:lnTo>
                  <a:lnTo>
                    <a:pt x="205" y="2596"/>
                  </a:lnTo>
                  <a:lnTo>
                    <a:pt x="272" y="2646"/>
                  </a:lnTo>
                  <a:lnTo>
                    <a:pt x="323" y="2616"/>
                  </a:lnTo>
                  <a:lnTo>
                    <a:pt x="361" y="2527"/>
                  </a:lnTo>
                  <a:lnTo>
                    <a:pt x="146" y="2296"/>
                  </a:lnTo>
                  <a:lnTo>
                    <a:pt x="181" y="2206"/>
                  </a:lnTo>
                  <a:lnTo>
                    <a:pt x="86" y="2145"/>
                  </a:lnTo>
                  <a:lnTo>
                    <a:pt x="115" y="2076"/>
                  </a:lnTo>
                  <a:lnTo>
                    <a:pt x="220" y="2058"/>
                  </a:lnTo>
                  <a:lnTo>
                    <a:pt x="195" y="1836"/>
                  </a:lnTo>
                  <a:lnTo>
                    <a:pt x="121" y="1685"/>
                  </a:lnTo>
                  <a:lnTo>
                    <a:pt x="136" y="1595"/>
                  </a:lnTo>
                  <a:lnTo>
                    <a:pt x="218" y="1499"/>
                  </a:lnTo>
                  <a:lnTo>
                    <a:pt x="326" y="1307"/>
                  </a:lnTo>
                  <a:lnTo>
                    <a:pt x="356" y="1095"/>
                  </a:lnTo>
                  <a:lnTo>
                    <a:pt x="491" y="875"/>
                  </a:lnTo>
                  <a:lnTo>
                    <a:pt x="595" y="888"/>
                  </a:lnTo>
                  <a:lnTo>
                    <a:pt x="731" y="810"/>
                  </a:lnTo>
                  <a:lnTo>
                    <a:pt x="865" y="590"/>
                  </a:lnTo>
                  <a:lnTo>
                    <a:pt x="990" y="470"/>
                  </a:lnTo>
                  <a:lnTo>
                    <a:pt x="910" y="380"/>
                  </a:lnTo>
                  <a:lnTo>
                    <a:pt x="775" y="315"/>
                  </a:lnTo>
                  <a:lnTo>
                    <a:pt x="700" y="320"/>
                  </a:lnTo>
                  <a:lnTo>
                    <a:pt x="730" y="225"/>
                  </a:lnTo>
                  <a:lnTo>
                    <a:pt x="705" y="135"/>
                  </a:lnTo>
                  <a:lnTo>
                    <a:pt x="865" y="150"/>
                  </a:lnTo>
                  <a:lnTo>
                    <a:pt x="1015" y="135"/>
                  </a:lnTo>
                  <a:lnTo>
                    <a:pt x="1138" y="167"/>
                  </a:lnTo>
                  <a:lnTo>
                    <a:pt x="1300" y="80"/>
                  </a:lnTo>
                  <a:lnTo>
                    <a:pt x="1410" y="125"/>
                  </a:lnTo>
                  <a:lnTo>
                    <a:pt x="1515" y="8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A1B3B09-68A0-97C9-C694-5EB9DF341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637" y="1971023"/>
              <a:ext cx="517525" cy="465138"/>
            </a:xfrm>
            <a:custGeom>
              <a:avLst/>
              <a:gdLst>
                <a:gd name="T0" fmla="*/ 0 w 1628"/>
                <a:gd name="T1" fmla="*/ 0 h 1466"/>
                <a:gd name="T2" fmla="*/ 0 w 1628"/>
                <a:gd name="T3" fmla="*/ 0 h 1466"/>
                <a:gd name="T4" fmla="*/ 0 w 1628"/>
                <a:gd name="T5" fmla="*/ 0 h 1466"/>
                <a:gd name="T6" fmla="*/ 0 w 1628"/>
                <a:gd name="T7" fmla="*/ 0 h 1466"/>
                <a:gd name="T8" fmla="*/ 0 w 1628"/>
                <a:gd name="T9" fmla="*/ 0 h 1466"/>
                <a:gd name="T10" fmla="*/ 0 w 1628"/>
                <a:gd name="T11" fmla="*/ 0 h 1466"/>
                <a:gd name="T12" fmla="*/ 0 w 1628"/>
                <a:gd name="T13" fmla="*/ 0 h 1466"/>
                <a:gd name="T14" fmla="*/ 0 w 1628"/>
                <a:gd name="T15" fmla="*/ 0 h 1466"/>
                <a:gd name="T16" fmla="*/ 0 w 1628"/>
                <a:gd name="T17" fmla="*/ 0 h 1466"/>
                <a:gd name="T18" fmla="*/ 0 w 1628"/>
                <a:gd name="T19" fmla="*/ 0 h 1466"/>
                <a:gd name="T20" fmla="*/ 0 w 1628"/>
                <a:gd name="T21" fmla="*/ 0 h 1466"/>
                <a:gd name="T22" fmla="*/ 0 w 1628"/>
                <a:gd name="T23" fmla="*/ 0 h 1466"/>
                <a:gd name="T24" fmla="*/ 0 w 1628"/>
                <a:gd name="T25" fmla="*/ 0 h 1466"/>
                <a:gd name="T26" fmla="*/ 0 w 1628"/>
                <a:gd name="T27" fmla="*/ 0 h 1466"/>
                <a:gd name="T28" fmla="*/ 0 w 1628"/>
                <a:gd name="T29" fmla="*/ 0 h 1466"/>
                <a:gd name="T30" fmla="*/ 0 w 1628"/>
                <a:gd name="T31" fmla="*/ 0 h 1466"/>
                <a:gd name="T32" fmla="*/ 0 w 1628"/>
                <a:gd name="T33" fmla="*/ 0 h 1466"/>
                <a:gd name="T34" fmla="*/ 0 w 1628"/>
                <a:gd name="T35" fmla="*/ 0 h 1466"/>
                <a:gd name="T36" fmla="*/ 0 w 1628"/>
                <a:gd name="T37" fmla="*/ 0 h 1466"/>
                <a:gd name="T38" fmla="*/ 0 w 1628"/>
                <a:gd name="T39" fmla="*/ 0 h 1466"/>
                <a:gd name="T40" fmla="*/ 0 w 1628"/>
                <a:gd name="T41" fmla="*/ 0 h 1466"/>
                <a:gd name="T42" fmla="*/ 0 w 1628"/>
                <a:gd name="T43" fmla="*/ 0 h 1466"/>
                <a:gd name="T44" fmla="*/ 0 w 1628"/>
                <a:gd name="T45" fmla="*/ 0 h 1466"/>
                <a:gd name="T46" fmla="*/ 0 w 1628"/>
                <a:gd name="T47" fmla="*/ 0 h 1466"/>
                <a:gd name="T48" fmla="*/ 0 w 1628"/>
                <a:gd name="T49" fmla="*/ 0 h 1466"/>
                <a:gd name="T50" fmla="*/ 0 w 1628"/>
                <a:gd name="T51" fmla="*/ 0 h 1466"/>
                <a:gd name="T52" fmla="*/ 0 w 1628"/>
                <a:gd name="T53" fmla="*/ 0 h 1466"/>
                <a:gd name="T54" fmla="*/ 0 w 1628"/>
                <a:gd name="T55" fmla="*/ 0 h 1466"/>
                <a:gd name="T56" fmla="*/ 0 w 1628"/>
                <a:gd name="T57" fmla="*/ 0 h 1466"/>
                <a:gd name="T58" fmla="*/ 0 w 1628"/>
                <a:gd name="T59" fmla="*/ 0 h 1466"/>
                <a:gd name="T60" fmla="*/ 0 w 1628"/>
                <a:gd name="T61" fmla="*/ 0 h 1466"/>
                <a:gd name="T62" fmla="*/ 0 w 1628"/>
                <a:gd name="T63" fmla="*/ 0 h 1466"/>
                <a:gd name="T64" fmla="*/ 0 w 1628"/>
                <a:gd name="T65" fmla="*/ 0 h 1466"/>
                <a:gd name="T66" fmla="*/ 0 w 1628"/>
                <a:gd name="T67" fmla="*/ 0 h 1466"/>
                <a:gd name="T68" fmla="*/ 0 w 1628"/>
                <a:gd name="T69" fmla="*/ 0 h 1466"/>
                <a:gd name="T70" fmla="*/ 0 w 1628"/>
                <a:gd name="T71" fmla="*/ 0 h 146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628" h="1466">
                  <a:moveTo>
                    <a:pt x="0" y="592"/>
                  </a:moveTo>
                  <a:lnTo>
                    <a:pt x="108" y="510"/>
                  </a:lnTo>
                  <a:lnTo>
                    <a:pt x="93" y="405"/>
                  </a:lnTo>
                  <a:lnTo>
                    <a:pt x="108" y="235"/>
                  </a:lnTo>
                  <a:lnTo>
                    <a:pt x="203" y="160"/>
                  </a:lnTo>
                  <a:lnTo>
                    <a:pt x="378" y="101"/>
                  </a:lnTo>
                  <a:lnTo>
                    <a:pt x="535" y="146"/>
                  </a:lnTo>
                  <a:lnTo>
                    <a:pt x="608" y="195"/>
                  </a:lnTo>
                  <a:lnTo>
                    <a:pt x="697" y="191"/>
                  </a:lnTo>
                  <a:lnTo>
                    <a:pt x="624" y="61"/>
                  </a:lnTo>
                  <a:lnTo>
                    <a:pt x="743" y="0"/>
                  </a:lnTo>
                  <a:lnTo>
                    <a:pt x="818" y="60"/>
                  </a:lnTo>
                  <a:lnTo>
                    <a:pt x="848" y="150"/>
                  </a:lnTo>
                  <a:lnTo>
                    <a:pt x="948" y="240"/>
                  </a:lnTo>
                  <a:lnTo>
                    <a:pt x="1143" y="280"/>
                  </a:lnTo>
                  <a:lnTo>
                    <a:pt x="1278" y="385"/>
                  </a:lnTo>
                  <a:lnTo>
                    <a:pt x="1278" y="505"/>
                  </a:lnTo>
                  <a:lnTo>
                    <a:pt x="1488" y="525"/>
                  </a:lnTo>
                  <a:lnTo>
                    <a:pt x="1628" y="660"/>
                  </a:lnTo>
                  <a:lnTo>
                    <a:pt x="1323" y="899"/>
                  </a:lnTo>
                  <a:lnTo>
                    <a:pt x="1312" y="1015"/>
                  </a:lnTo>
                  <a:lnTo>
                    <a:pt x="1278" y="1090"/>
                  </a:lnTo>
                  <a:lnTo>
                    <a:pt x="1329" y="1216"/>
                  </a:lnTo>
                  <a:lnTo>
                    <a:pt x="1207" y="1301"/>
                  </a:lnTo>
                  <a:lnTo>
                    <a:pt x="1209" y="1466"/>
                  </a:lnTo>
                  <a:lnTo>
                    <a:pt x="938" y="1405"/>
                  </a:lnTo>
                  <a:lnTo>
                    <a:pt x="723" y="1300"/>
                  </a:lnTo>
                  <a:lnTo>
                    <a:pt x="579" y="1196"/>
                  </a:lnTo>
                  <a:lnTo>
                    <a:pt x="637" y="1103"/>
                  </a:lnTo>
                  <a:lnTo>
                    <a:pt x="489" y="1046"/>
                  </a:lnTo>
                  <a:lnTo>
                    <a:pt x="399" y="946"/>
                  </a:lnTo>
                  <a:lnTo>
                    <a:pt x="231" y="1045"/>
                  </a:lnTo>
                  <a:lnTo>
                    <a:pt x="109" y="944"/>
                  </a:lnTo>
                  <a:lnTo>
                    <a:pt x="109" y="848"/>
                  </a:lnTo>
                  <a:lnTo>
                    <a:pt x="157" y="673"/>
                  </a:lnTo>
                  <a:lnTo>
                    <a:pt x="0" y="592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5DFB936-0C81-1975-2557-AF8ABCFE8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49" y="2650473"/>
              <a:ext cx="776288" cy="549275"/>
            </a:xfrm>
            <a:custGeom>
              <a:avLst/>
              <a:gdLst>
                <a:gd name="T0" fmla="*/ 0 w 2445"/>
                <a:gd name="T1" fmla="*/ 0 h 1731"/>
                <a:gd name="T2" fmla="*/ 0 w 2445"/>
                <a:gd name="T3" fmla="*/ 0 h 1731"/>
                <a:gd name="T4" fmla="*/ 0 w 2445"/>
                <a:gd name="T5" fmla="*/ 0 h 1731"/>
                <a:gd name="T6" fmla="*/ 0 w 2445"/>
                <a:gd name="T7" fmla="*/ 0 h 1731"/>
                <a:gd name="T8" fmla="*/ 0 w 2445"/>
                <a:gd name="T9" fmla="*/ 0 h 1731"/>
                <a:gd name="T10" fmla="*/ 0 w 2445"/>
                <a:gd name="T11" fmla="*/ 0 h 1731"/>
                <a:gd name="T12" fmla="*/ 0 w 2445"/>
                <a:gd name="T13" fmla="*/ 0 h 1731"/>
                <a:gd name="T14" fmla="*/ 0 w 2445"/>
                <a:gd name="T15" fmla="*/ 0 h 1731"/>
                <a:gd name="T16" fmla="*/ 0 w 2445"/>
                <a:gd name="T17" fmla="*/ 0 h 1731"/>
                <a:gd name="T18" fmla="*/ 0 w 2445"/>
                <a:gd name="T19" fmla="*/ 0 h 1731"/>
                <a:gd name="T20" fmla="*/ 0 w 2445"/>
                <a:gd name="T21" fmla="*/ 0 h 1731"/>
                <a:gd name="T22" fmla="*/ 0 w 2445"/>
                <a:gd name="T23" fmla="*/ 0 h 1731"/>
                <a:gd name="T24" fmla="*/ 0 w 2445"/>
                <a:gd name="T25" fmla="*/ 0 h 1731"/>
                <a:gd name="T26" fmla="*/ 0 w 2445"/>
                <a:gd name="T27" fmla="*/ 0 h 1731"/>
                <a:gd name="T28" fmla="*/ 0 w 2445"/>
                <a:gd name="T29" fmla="*/ 0 h 1731"/>
                <a:gd name="T30" fmla="*/ 0 w 2445"/>
                <a:gd name="T31" fmla="*/ 0 h 1731"/>
                <a:gd name="T32" fmla="*/ 0 w 2445"/>
                <a:gd name="T33" fmla="*/ 0 h 1731"/>
                <a:gd name="T34" fmla="*/ 0 w 2445"/>
                <a:gd name="T35" fmla="*/ 0 h 1731"/>
                <a:gd name="T36" fmla="*/ 0 w 2445"/>
                <a:gd name="T37" fmla="*/ 0 h 1731"/>
                <a:gd name="T38" fmla="*/ 0 w 2445"/>
                <a:gd name="T39" fmla="*/ 0 h 1731"/>
                <a:gd name="T40" fmla="*/ 0 w 2445"/>
                <a:gd name="T41" fmla="*/ 0 h 1731"/>
                <a:gd name="T42" fmla="*/ 0 w 2445"/>
                <a:gd name="T43" fmla="*/ 0 h 1731"/>
                <a:gd name="T44" fmla="*/ 0 w 2445"/>
                <a:gd name="T45" fmla="*/ 0 h 1731"/>
                <a:gd name="T46" fmla="*/ 0 w 2445"/>
                <a:gd name="T47" fmla="*/ 0 h 1731"/>
                <a:gd name="T48" fmla="*/ 0 w 2445"/>
                <a:gd name="T49" fmla="*/ 0 h 1731"/>
                <a:gd name="T50" fmla="*/ 0 w 2445"/>
                <a:gd name="T51" fmla="*/ 0 h 1731"/>
                <a:gd name="T52" fmla="*/ 0 w 2445"/>
                <a:gd name="T53" fmla="*/ 0 h 1731"/>
                <a:gd name="T54" fmla="*/ 0 w 2445"/>
                <a:gd name="T55" fmla="*/ 0 h 1731"/>
                <a:gd name="T56" fmla="*/ 0 w 2445"/>
                <a:gd name="T57" fmla="*/ 0 h 1731"/>
                <a:gd name="T58" fmla="*/ 0 w 2445"/>
                <a:gd name="T59" fmla="*/ 0 h 1731"/>
                <a:gd name="T60" fmla="*/ 0 w 2445"/>
                <a:gd name="T61" fmla="*/ 0 h 1731"/>
                <a:gd name="T62" fmla="*/ 0 w 2445"/>
                <a:gd name="T63" fmla="*/ 0 h 1731"/>
                <a:gd name="T64" fmla="*/ 0 w 2445"/>
                <a:gd name="T65" fmla="*/ 0 h 17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445" h="1731">
                  <a:moveTo>
                    <a:pt x="245" y="33"/>
                  </a:moveTo>
                  <a:lnTo>
                    <a:pt x="374" y="0"/>
                  </a:lnTo>
                  <a:lnTo>
                    <a:pt x="500" y="64"/>
                  </a:lnTo>
                  <a:lnTo>
                    <a:pt x="635" y="76"/>
                  </a:lnTo>
                  <a:lnTo>
                    <a:pt x="635" y="255"/>
                  </a:lnTo>
                  <a:lnTo>
                    <a:pt x="735" y="259"/>
                  </a:lnTo>
                  <a:lnTo>
                    <a:pt x="839" y="315"/>
                  </a:lnTo>
                  <a:lnTo>
                    <a:pt x="935" y="364"/>
                  </a:lnTo>
                  <a:lnTo>
                    <a:pt x="1099" y="300"/>
                  </a:lnTo>
                  <a:lnTo>
                    <a:pt x="1144" y="335"/>
                  </a:lnTo>
                  <a:lnTo>
                    <a:pt x="1184" y="435"/>
                  </a:lnTo>
                  <a:lnTo>
                    <a:pt x="1275" y="450"/>
                  </a:lnTo>
                  <a:lnTo>
                    <a:pt x="1370" y="390"/>
                  </a:lnTo>
                  <a:lnTo>
                    <a:pt x="1505" y="425"/>
                  </a:lnTo>
                  <a:lnTo>
                    <a:pt x="1640" y="495"/>
                  </a:lnTo>
                  <a:lnTo>
                    <a:pt x="1815" y="435"/>
                  </a:lnTo>
                  <a:lnTo>
                    <a:pt x="1880" y="540"/>
                  </a:lnTo>
                  <a:lnTo>
                    <a:pt x="2200" y="490"/>
                  </a:lnTo>
                  <a:lnTo>
                    <a:pt x="2355" y="424"/>
                  </a:lnTo>
                  <a:lnTo>
                    <a:pt x="2445" y="545"/>
                  </a:lnTo>
                  <a:lnTo>
                    <a:pt x="2255" y="649"/>
                  </a:lnTo>
                  <a:lnTo>
                    <a:pt x="2205" y="765"/>
                  </a:lnTo>
                  <a:lnTo>
                    <a:pt x="2313" y="892"/>
                  </a:lnTo>
                  <a:lnTo>
                    <a:pt x="2339" y="996"/>
                  </a:lnTo>
                  <a:lnTo>
                    <a:pt x="2256" y="1006"/>
                  </a:lnTo>
                  <a:lnTo>
                    <a:pt x="2235" y="1069"/>
                  </a:lnTo>
                  <a:lnTo>
                    <a:pt x="2247" y="1129"/>
                  </a:lnTo>
                  <a:lnTo>
                    <a:pt x="2135" y="1099"/>
                  </a:lnTo>
                  <a:lnTo>
                    <a:pt x="2016" y="1171"/>
                  </a:lnTo>
                  <a:lnTo>
                    <a:pt x="1940" y="1245"/>
                  </a:lnTo>
                  <a:lnTo>
                    <a:pt x="1911" y="1378"/>
                  </a:lnTo>
                  <a:lnTo>
                    <a:pt x="1893" y="1500"/>
                  </a:lnTo>
                  <a:lnTo>
                    <a:pt x="1760" y="1551"/>
                  </a:lnTo>
                  <a:lnTo>
                    <a:pt x="1635" y="1531"/>
                  </a:lnTo>
                  <a:lnTo>
                    <a:pt x="1610" y="1641"/>
                  </a:lnTo>
                  <a:lnTo>
                    <a:pt x="1520" y="1626"/>
                  </a:lnTo>
                  <a:lnTo>
                    <a:pt x="1500" y="1536"/>
                  </a:lnTo>
                  <a:lnTo>
                    <a:pt x="1395" y="1476"/>
                  </a:lnTo>
                  <a:lnTo>
                    <a:pt x="1219" y="1431"/>
                  </a:lnTo>
                  <a:lnTo>
                    <a:pt x="1184" y="1491"/>
                  </a:lnTo>
                  <a:lnTo>
                    <a:pt x="1124" y="1588"/>
                  </a:lnTo>
                  <a:lnTo>
                    <a:pt x="1025" y="1602"/>
                  </a:lnTo>
                  <a:lnTo>
                    <a:pt x="814" y="1666"/>
                  </a:lnTo>
                  <a:lnTo>
                    <a:pt x="734" y="1591"/>
                  </a:lnTo>
                  <a:lnTo>
                    <a:pt x="659" y="1651"/>
                  </a:lnTo>
                  <a:lnTo>
                    <a:pt x="629" y="1731"/>
                  </a:lnTo>
                  <a:lnTo>
                    <a:pt x="524" y="1671"/>
                  </a:lnTo>
                  <a:lnTo>
                    <a:pt x="524" y="1576"/>
                  </a:lnTo>
                  <a:lnTo>
                    <a:pt x="409" y="1636"/>
                  </a:lnTo>
                  <a:lnTo>
                    <a:pt x="359" y="1546"/>
                  </a:lnTo>
                  <a:lnTo>
                    <a:pt x="299" y="1606"/>
                  </a:lnTo>
                  <a:lnTo>
                    <a:pt x="134" y="1605"/>
                  </a:lnTo>
                  <a:lnTo>
                    <a:pt x="47" y="1441"/>
                  </a:lnTo>
                  <a:lnTo>
                    <a:pt x="0" y="1336"/>
                  </a:lnTo>
                  <a:lnTo>
                    <a:pt x="35" y="1215"/>
                  </a:lnTo>
                  <a:lnTo>
                    <a:pt x="240" y="1095"/>
                  </a:lnTo>
                  <a:lnTo>
                    <a:pt x="404" y="945"/>
                  </a:lnTo>
                  <a:lnTo>
                    <a:pt x="614" y="946"/>
                  </a:lnTo>
                  <a:lnTo>
                    <a:pt x="629" y="861"/>
                  </a:lnTo>
                  <a:lnTo>
                    <a:pt x="379" y="770"/>
                  </a:lnTo>
                  <a:lnTo>
                    <a:pt x="408" y="606"/>
                  </a:lnTo>
                  <a:lnTo>
                    <a:pt x="289" y="570"/>
                  </a:lnTo>
                  <a:lnTo>
                    <a:pt x="374" y="483"/>
                  </a:lnTo>
                  <a:lnTo>
                    <a:pt x="528" y="465"/>
                  </a:lnTo>
                  <a:lnTo>
                    <a:pt x="379" y="335"/>
                  </a:lnTo>
                  <a:lnTo>
                    <a:pt x="289" y="185"/>
                  </a:lnTo>
                  <a:lnTo>
                    <a:pt x="245" y="33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 kern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F607B6A-8F51-703F-5EB1-65C68ECE4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887" y="3493436"/>
              <a:ext cx="973138" cy="839788"/>
            </a:xfrm>
            <a:custGeom>
              <a:avLst/>
              <a:gdLst>
                <a:gd name="T0" fmla="*/ 0 w 3065"/>
                <a:gd name="T1" fmla="*/ 0 h 2646"/>
                <a:gd name="T2" fmla="*/ 0 w 3065"/>
                <a:gd name="T3" fmla="*/ 0 h 2646"/>
                <a:gd name="T4" fmla="*/ 0 w 3065"/>
                <a:gd name="T5" fmla="*/ 0 h 2646"/>
                <a:gd name="T6" fmla="*/ 0 w 3065"/>
                <a:gd name="T7" fmla="*/ 0 h 2646"/>
                <a:gd name="T8" fmla="*/ 0 w 3065"/>
                <a:gd name="T9" fmla="*/ 0 h 2646"/>
                <a:gd name="T10" fmla="*/ 0 w 3065"/>
                <a:gd name="T11" fmla="*/ 0 h 2646"/>
                <a:gd name="T12" fmla="*/ 0 w 3065"/>
                <a:gd name="T13" fmla="*/ 0 h 2646"/>
                <a:gd name="T14" fmla="*/ 0 w 3065"/>
                <a:gd name="T15" fmla="*/ 0 h 2646"/>
                <a:gd name="T16" fmla="*/ 0 w 3065"/>
                <a:gd name="T17" fmla="*/ 0 h 2646"/>
                <a:gd name="T18" fmla="*/ 0 w 3065"/>
                <a:gd name="T19" fmla="*/ 0 h 2646"/>
                <a:gd name="T20" fmla="*/ 0 w 3065"/>
                <a:gd name="T21" fmla="*/ 0 h 2646"/>
                <a:gd name="T22" fmla="*/ 0 w 3065"/>
                <a:gd name="T23" fmla="*/ 0 h 2646"/>
                <a:gd name="T24" fmla="*/ 0 w 3065"/>
                <a:gd name="T25" fmla="*/ 0 h 2646"/>
                <a:gd name="T26" fmla="*/ 0 w 3065"/>
                <a:gd name="T27" fmla="*/ 0 h 2646"/>
                <a:gd name="T28" fmla="*/ 0 w 3065"/>
                <a:gd name="T29" fmla="*/ 0 h 2646"/>
                <a:gd name="T30" fmla="*/ 0 w 3065"/>
                <a:gd name="T31" fmla="*/ 0 h 2646"/>
                <a:gd name="T32" fmla="*/ 0 w 3065"/>
                <a:gd name="T33" fmla="*/ 0 h 2646"/>
                <a:gd name="T34" fmla="*/ 0 w 3065"/>
                <a:gd name="T35" fmla="*/ 0 h 2646"/>
                <a:gd name="T36" fmla="*/ 0 w 3065"/>
                <a:gd name="T37" fmla="*/ 0 h 2646"/>
                <a:gd name="T38" fmla="*/ 0 w 3065"/>
                <a:gd name="T39" fmla="*/ 0 h 2646"/>
                <a:gd name="T40" fmla="*/ 0 w 3065"/>
                <a:gd name="T41" fmla="*/ 0 h 2646"/>
                <a:gd name="T42" fmla="*/ 0 w 3065"/>
                <a:gd name="T43" fmla="*/ 0 h 2646"/>
                <a:gd name="T44" fmla="*/ 0 w 3065"/>
                <a:gd name="T45" fmla="*/ 0 h 2646"/>
                <a:gd name="T46" fmla="*/ 0 w 3065"/>
                <a:gd name="T47" fmla="*/ 0 h 2646"/>
                <a:gd name="T48" fmla="*/ 0 w 3065"/>
                <a:gd name="T49" fmla="*/ 0 h 2646"/>
                <a:gd name="T50" fmla="*/ 0 w 3065"/>
                <a:gd name="T51" fmla="*/ 0 h 2646"/>
                <a:gd name="T52" fmla="*/ 0 w 3065"/>
                <a:gd name="T53" fmla="*/ 0 h 2646"/>
                <a:gd name="T54" fmla="*/ 0 w 3065"/>
                <a:gd name="T55" fmla="*/ 0 h 2646"/>
                <a:gd name="T56" fmla="*/ 0 w 3065"/>
                <a:gd name="T57" fmla="*/ 0 h 2646"/>
                <a:gd name="T58" fmla="*/ 0 w 3065"/>
                <a:gd name="T59" fmla="*/ 0 h 2646"/>
                <a:gd name="T60" fmla="*/ 0 w 3065"/>
                <a:gd name="T61" fmla="*/ 0 h 2646"/>
                <a:gd name="T62" fmla="*/ 0 w 3065"/>
                <a:gd name="T63" fmla="*/ 0 h 2646"/>
                <a:gd name="T64" fmla="*/ 0 w 3065"/>
                <a:gd name="T65" fmla="*/ 0 h 2646"/>
                <a:gd name="T66" fmla="*/ 0 w 3065"/>
                <a:gd name="T67" fmla="*/ 0 h 2646"/>
                <a:gd name="T68" fmla="*/ 0 w 3065"/>
                <a:gd name="T69" fmla="*/ 0 h 2646"/>
                <a:gd name="T70" fmla="*/ 0 w 3065"/>
                <a:gd name="T71" fmla="*/ 0 h 2646"/>
                <a:gd name="T72" fmla="*/ 0 w 3065"/>
                <a:gd name="T73" fmla="*/ 0 h 2646"/>
                <a:gd name="T74" fmla="*/ 0 w 3065"/>
                <a:gd name="T75" fmla="*/ 0 h 2646"/>
                <a:gd name="T76" fmla="*/ 0 w 3065"/>
                <a:gd name="T77" fmla="*/ 0 h 26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3065" h="2646">
                  <a:moveTo>
                    <a:pt x="1288" y="95"/>
                  </a:moveTo>
                  <a:lnTo>
                    <a:pt x="1453" y="120"/>
                  </a:lnTo>
                  <a:lnTo>
                    <a:pt x="1598" y="60"/>
                  </a:lnTo>
                  <a:lnTo>
                    <a:pt x="1823" y="60"/>
                  </a:lnTo>
                  <a:lnTo>
                    <a:pt x="1853" y="165"/>
                  </a:lnTo>
                  <a:lnTo>
                    <a:pt x="1798" y="270"/>
                  </a:lnTo>
                  <a:lnTo>
                    <a:pt x="1918" y="275"/>
                  </a:lnTo>
                  <a:lnTo>
                    <a:pt x="1993" y="230"/>
                  </a:lnTo>
                  <a:lnTo>
                    <a:pt x="2153" y="255"/>
                  </a:lnTo>
                  <a:lnTo>
                    <a:pt x="2258" y="315"/>
                  </a:lnTo>
                  <a:lnTo>
                    <a:pt x="2323" y="215"/>
                  </a:lnTo>
                  <a:lnTo>
                    <a:pt x="2293" y="110"/>
                  </a:lnTo>
                  <a:lnTo>
                    <a:pt x="2273" y="5"/>
                  </a:lnTo>
                  <a:lnTo>
                    <a:pt x="2353" y="0"/>
                  </a:lnTo>
                  <a:lnTo>
                    <a:pt x="2483" y="65"/>
                  </a:lnTo>
                  <a:lnTo>
                    <a:pt x="2723" y="185"/>
                  </a:lnTo>
                  <a:lnTo>
                    <a:pt x="2818" y="320"/>
                  </a:lnTo>
                  <a:lnTo>
                    <a:pt x="2908" y="287"/>
                  </a:lnTo>
                  <a:lnTo>
                    <a:pt x="2960" y="389"/>
                  </a:lnTo>
                  <a:lnTo>
                    <a:pt x="3058" y="381"/>
                  </a:lnTo>
                  <a:lnTo>
                    <a:pt x="3065" y="495"/>
                  </a:lnTo>
                  <a:lnTo>
                    <a:pt x="2903" y="515"/>
                  </a:lnTo>
                  <a:lnTo>
                    <a:pt x="2728" y="705"/>
                  </a:lnTo>
                  <a:lnTo>
                    <a:pt x="2828" y="930"/>
                  </a:lnTo>
                  <a:lnTo>
                    <a:pt x="2843" y="1028"/>
                  </a:lnTo>
                  <a:lnTo>
                    <a:pt x="2738" y="1095"/>
                  </a:lnTo>
                  <a:lnTo>
                    <a:pt x="2768" y="1145"/>
                  </a:lnTo>
                  <a:lnTo>
                    <a:pt x="2608" y="1265"/>
                  </a:lnTo>
                  <a:lnTo>
                    <a:pt x="2503" y="1426"/>
                  </a:lnTo>
                  <a:lnTo>
                    <a:pt x="2075" y="1588"/>
                  </a:lnTo>
                  <a:lnTo>
                    <a:pt x="2093" y="1446"/>
                  </a:lnTo>
                  <a:lnTo>
                    <a:pt x="1958" y="1531"/>
                  </a:lnTo>
                  <a:lnTo>
                    <a:pt x="1918" y="1621"/>
                  </a:lnTo>
                  <a:lnTo>
                    <a:pt x="1933" y="1701"/>
                  </a:lnTo>
                  <a:lnTo>
                    <a:pt x="1819" y="1776"/>
                  </a:lnTo>
                  <a:lnTo>
                    <a:pt x="1739" y="1920"/>
                  </a:lnTo>
                  <a:lnTo>
                    <a:pt x="1688" y="1863"/>
                  </a:lnTo>
                  <a:lnTo>
                    <a:pt x="1558" y="1938"/>
                  </a:lnTo>
                  <a:lnTo>
                    <a:pt x="1491" y="2092"/>
                  </a:lnTo>
                  <a:lnTo>
                    <a:pt x="1356" y="2071"/>
                  </a:lnTo>
                  <a:lnTo>
                    <a:pt x="1223" y="1996"/>
                  </a:lnTo>
                  <a:lnTo>
                    <a:pt x="1137" y="1908"/>
                  </a:lnTo>
                  <a:lnTo>
                    <a:pt x="998" y="1983"/>
                  </a:lnTo>
                  <a:lnTo>
                    <a:pt x="989" y="2070"/>
                  </a:lnTo>
                  <a:lnTo>
                    <a:pt x="884" y="2100"/>
                  </a:lnTo>
                  <a:lnTo>
                    <a:pt x="822" y="2166"/>
                  </a:lnTo>
                  <a:lnTo>
                    <a:pt x="854" y="2317"/>
                  </a:lnTo>
                  <a:lnTo>
                    <a:pt x="743" y="2287"/>
                  </a:lnTo>
                  <a:lnTo>
                    <a:pt x="615" y="2391"/>
                  </a:lnTo>
                  <a:lnTo>
                    <a:pt x="553" y="2211"/>
                  </a:lnTo>
                  <a:lnTo>
                    <a:pt x="474" y="2280"/>
                  </a:lnTo>
                  <a:lnTo>
                    <a:pt x="494" y="2379"/>
                  </a:lnTo>
                  <a:lnTo>
                    <a:pt x="464" y="2481"/>
                  </a:lnTo>
                  <a:lnTo>
                    <a:pt x="163" y="2551"/>
                  </a:lnTo>
                  <a:lnTo>
                    <a:pt x="98" y="2626"/>
                  </a:lnTo>
                  <a:lnTo>
                    <a:pt x="0" y="2646"/>
                  </a:lnTo>
                  <a:lnTo>
                    <a:pt x="74" y="2355"/>
                  </a:lnTo>
                  <a:lnTo>
                    <a:pt x="182" y="2284"/>
                  </a:lnTo>
                  <a:lnTo>
                    <a:pt x="279" y="2188"/>
                  </a:lnTo>
                  <a:lnTo>
                    <a:pt x="419" y="1995"/>
                  </a:lnTo>
                  <a:lnTo>
                    <a:pt x="388" y="1896"/>
                  </a:lnTo>
                  <a:lnTo>
                    <a:pt x="374" y="1779"/>
                  </a:lnTo>
                  <a:lnTo>
                    <a:pt x="308" y="1681"/>
                  </a:lnTo>
                  <a:lnTo>
                    <a:pt x="313" y="1561"/>
                  </a:lnTo>
                  <a:lnTo>
                    <a:pt x="208" y="1461"/>
                  </a:lnTo>
                  <a:lnTo>
                    <a:pt x="263" y="1381"/>
                  </a:lnTo>
                  <a:lnTo>
                    <a:pt x="448" y="1471"/>
                  </a:lnTo>
                  <a:lnTo>
                    <a:pt x="593" y="1531"/>
                  </a:lnTo>
                  <a:lnTo>
                    <a:pt x="718" y="1476"/>
                  </a:lnTo>
                  <a:lnTo>
                    <a:pt x="608" y="1416"/>
                  </a:lnTo>
                  <a:lnTo>
                    <a:pt x="510" y="1370"/>
                  </a:lnTo>
                  <a:lnTo>
                    <a:pt x="493" y="1185"/>
                  </a:lnTo>
                  <a:lnTo>
                    <a:pt x="478" y="1005"/>
                  </a:lnTo>
                  <a:lnTo>
                    <a:pt x="583" y="900"/>
                  </a:lnTo>
                  <a:lnTo>
                    <a:pt x="638" y="785"/>
                  </a:lnTo>
                  <a:lnTo>
                    <a:pt x="838" y="785"/>
                  </a:lnTo>
                  <a:lnTo>
                    <a:pt x="973" y="690"/>
                  </a:lnTo>
                  <a:lnTo>
                    <a:pt x="983" y="530"/>
                  </a:lnTo>
                  <a:lnTo>
                    <a:pt x="1078" y="395"/>
                  </a:lnTo>
                  <a:lnTo>
                    <a:pt x="1078" y="260"/>
                  </a:lnTo>
                  <a:lnTo>
                    <a:pt x="1288" y="95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E48C8A6-8C52-0A2A-CFF3-4D3D8D70F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924" y="2999723"/>
              <a:ext cx="714375" cy="593725"/>
            </a:xfrm>
            <a:custGeom>
              <a:avLst/>
              <a:gdLst>
                <a:gd name="T0" fmla="*/ 0 w 2251"/>
                <a:gd name="T1" fmla="*/ 0 h 1871"/>
                <a:gd name="T2" fmla="*/ 0 w 2251"/>
                <a:gd name="T3" fmla="*/ 0 h 1871"/>
                <a:gd name="T4" fmla="*/ 0 w 2251"/>
                <a:gd name="T5" fmla="*/ 0 h 1871"/>
                <a:gd name="T6" fmla="*/ 0 w 2251"/>
                <a:gd name="T7" fmla="*/ 0 h 1871"/>
                <a:gd name="T8" fmla="*/ 0 w 2251"/>
                <a:gd name="T9" fmla="*/ 0 h 1871"/>
                <a:gd name="T10" fmla="*/ 0 w 2251"/>
                <a:gd name="T11" fmla="*/ 0 h 1871"/>
                <a:gd name="T12" fmla="*/ 0 w 2251"/>
                <a:gd name="T13" fmla="*/ 0 h 1871"/>
                <a:gd name="T14" fmla="*/ 0 w 2251"/>
                <a:gd name="T15" fmla="*/ 0 h 1871"/>
                <a:gd name="T16" fmla="*/ 0 w 2251"/>
                <a:gd name="T17" fmla="*/ 0 h 1871"/>
                <a:gd name="T18" fmla="*/ 0 w 2251"/>
                <a:gd name="T19" fmla="*/ 0 h 1871"/>
                <a:gd name="T20" fmla="*/ 0 w 2251"/>
                <a:gd name="T21" fmla="*/ 0 h 1871"/>
                <a:gd name="T22" fmla="*/ 0 w 2251"/>
                <a:gd name="T23" fmla="*/ 0 h 1871"/>
                <a:gd name="T24" fmla="*/ 0 w 2251"/>
                <a:gd name="T25" fmla="*/ 0 h 1871"/>
                <a:gd name="T26" fmla="*/ 0 w 2251"/>
                <a:gd name="T27" fmla="*/ 0 h 1871"/>
                <a:gd name="T28" fmla="*/ 0 w 2251"/>
                <a:gd name="T29" fmla="*/ 0 h 1871"/>
                <a:gd name="T30" fmla="*/ 0 w 2251"/>
                <a:gd name="T31" fmla="*/ 0 h 1871"/>
                <a:gd name="T32" fmla="*/ 0 w 2251"/>
                <a:gd name="T33" fmla="*/ 0 h 1871"/>
                <a:gd name="T34" fmla="*/ 0 w 2251"/>
                <a:gd name="T35" fmla="*/ 0 h 1871"/>
                <a:gd name="T36" fmla="*/ 0 w 2251"/>
                <a:gd name="T37" fmla="*/ 0 h 1871"/>
                <a:gd name="T38" fmla="*/ 0 w 2251"/>
                <a:gd name="T39" fmla="*/ 0 h 1871"/>
                <a:gd name="T40" fmla="*/ 0 w 2251"/>
                <a:gd name="T41" fmla="*/ 0 h 1871"/>
                <a:gd name="T42" fmla="*/ 0 w 2251"/>
                <a:gd name="T43" fmla="*/ 0 h 1871"/>
                <a:gd name="T44" fmla="*/ 0 w 2251"/>
                <a:gd name="T45" fmla="*/ 0 h 1871"/>
                <a:gd name="T46" fmla="*/ 0 w 2251"/>
                <a:gd name="T47" fmla="*/ 0 h 1871"/>
                <a:gd name="T48" fmla="*/ 0 w 2251"/>
                <a:gd name="T49" fmla="*/ 0 h 1871"/>
                <a:gd name="T50" fmla="*/ 0 w 2251"/>
                <a:gd name="T51" fmla="*/ 0 h 1871"/>
                <a:gd name="T52" fmla="*/ 0 w 2251"/>
                <a:gd name="T53" fmla="*/ 0 h 1871"/>
                <a:gd name="T54" fmla="*/ 0 w 2251"/>
                <a:gd name="T55" fmla="*/ 0 h 1871"/>
                <a:gd name="T56" fmla="*/ 0 w 2251"/>
                <a:gd name="T57" fmla="*/ 0 h 1871"/>
                <a:gd name="T58" fmla="*/ 0 w 2251"/>
                <a:gd name="T59" fmla="*/ 0 h 1871"/>
                <a:gd name="T60" fmla="*/ 0 w 2251"/>
                <a:gd name="T61" fmla="*/ 0 h 1871"/>
                <a:gd name="T62" fmla="*/ 0 w 2251"/>
                <a:gd name="T63" fmla="*/ 0 h 187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251" h="1871">
                  <a:moveTo>
                    <a:pt x="2201" y="30"/>
                  </a:moveTo>
                  <a:lnTo>
                    <a:pt x="2221" y="175"/>
                  </a:lnTo>
                  <a:lnTo>
                    <a:pt x="2186" y="295"/>
                  </a:lnTo>
                  <a:lnTo>
                    <a:pt x="2251" y="375"/>
                  </a:lnTo>
                  <a:lnTo>
                    <a:pt x="2191" y="510"/>
                  </a:lnTo>
                  <a:lnTo>
                    <a:pt x="2096" y="645"/>
                  </a:lnTo>
                  <a:lnTo>
                    <a:pt x="1921" y="780"/>
                  </a:lnTo>
                  <a:lnTo>
                    <a:pt x="1766" y="790"/>
                  </a:lnTo>
                  <a:lnTo>
                    <a:pt x="1516" y="1047"/>
                  </a:lnTo>
                  <a:lnTo>
                    <a:pt x="1396" y="1007"/>
                  </a:lnTo>
                  <a:lnTo>
                    <a:pt x="1271" y="1047"/>
                  </a:lnTo>
                  <a:lnTo>
                    <a:pt x="1246" y="1207"/>
                  </a:lnTo>
                  <a:lnTo>
                    <a:pt x="1406" y="1262"/>
                  </a:lnTo>
                  <a:lnTo>
                    <a:pt x="1621" y="1452"/>
                  </a:lnTo>
                  <a:lnTo>
                    <a:pt x="1771" y="1592"/>
                  </a:lnTo>
                  <a:lnTo>
                    <a:pt x="1781" y="1742"/>
                  </a:lnTo>
                  <a:lnTo>
                    <a:pt x="1412" y="1557"/>
                  </a:lnTo>
                  <a:lnTo>
                    <a:pt x="1327" y="1563"/>
                  </a:lnTo>
                  <a:lnTo>
                    <a:pt x="1350" y="1666"/>
                  </a:lnTo>
                  <a:lnTo>
                    <a:pt x="1381" y="1773"/>
                  </a:lnTo>
                  <a:lnTo>
                    <a:pt x="1316" y="1871"/>
                  </a:lnTo>
                  <a:lnTo>
                    <a:pt x="1214" y="1812"/>
                  </a:lnTo>
                  <a:lnTo>
                    <a:pt x="1051" y="1788"/>
                  </a:lnTo>
                  <a:lnTo>
                    <a:pt x="973" y="1833"/>
                  </a:lnTo>
                  <a:lnTo>
                    <a:pt x="853" y="1828"/>
                  </a:lnTo>
                  <a:lnTo>
                    <a:pt x="909" y="1722"/>
                  </a:lnTo>
                  <a:lnTo>
                    <a:pt x="881" y="1617"/>
                  </a:lnTo>
                  <a:lnTo>
                    <a:pt x="659" y="1616"/>
                  </a:lnTo>
                  <a:lnTo>
                    <a:pt x="510" y="1677"/>
                  </a:lnTo>
                  <a:lnTo>
                    <a:pt x="345" y="1652"/>
                  </a:lnTo>
                  <a:lnTo>
                    <a:pt x="354" y="1577"/>
                  </a:lnTo>
                  <a:lnTo>
                    <a:pt x="510" y="1424"/>
                  </a:lnTo>
                  <a:lnTo>
                    <a:pt x="506" y="1331"/>
                  </a:lnTo>
                  <a:lnTo>
                    <a:pt x="386" y="1302"/>
                  </a:lnTo>
                  <a:lnTo>
                    <a:pt x="332" y="1188"/>
                  </a:lnTo>
                  <a:lnTo>
                    <a:pt x="346" y="977"/>
                  </a:lnTo>
                  <a:lnTo>
                    <a:pt x="227" y="1022"/>
                  </a:lnTo>
                  <a:lnTo>
                    <a:pt x="119" y="883"/>
                  </a:lnTo>
                  <a:lnTo>
                    <a:pt x="0" y="760"/>
                  </a:lnTo>
                  <a:lnTo>
                    <a:pt x="26" y="569"/>
                  </a:lnTo>
                  <a:lnTo>
                    <a:pt x="87" y="506"/>
                  </a:lnTo>
                  <a:lnTo>
                    <a:pt x="249" y="504"/>
                  </a:lnTo>
                  <a:lnTo>
                    <a:pt x="311" y="446"/>
                  </a:lnTo>
                  <a:lnTo>
                    <a:pt x="362" y="536"/>
                  </a:lnTo>
                  <a:lnTo>
                    <a:pt x="476" y="476"/>
                  </a:lnTo>
                  <a:lnTo>
                    <a:pt x="476" y="571"/>
                  </a:lnTo>
                  <a:lnTo>
                    <a:pt x="579" y="631"/>
                  </a:lnTo>
                  <a:lnTo>
                    <a:pt x="611" y="550"/>
                  </a:lnTo>
                  <a:lnTo>
                    <a:pt x="687" y="491"/>
                  </a:lnTo>
                  <a:lnTo>
                    <a:pt x="765" y="566"/>
                  </a:lnTo>
                  <a:lnTo>
                    <a:pt x="977" y="502"/>
                  </a:lnTo>
                  <a:lnTo>
                    <a:pt x="1077" y="487"/>
                  </a:lnTo>
                  <a:lnTo>
                    <a:pt x="1171" y="330"/>
                  </a:lnTo>
                  <a:lnTo>
                    <a:pt x="1345" y="377"/>
                  </a:lnTo>
                  <a:lnTo>
                    <a:pt x="1451" y="435"/>
                  </a:lnTo>
                  <a:lnTo>
                    <a:pt x="1471" y="527"/>
                  </a:lnTo>
                  <a:lnTo>
                    <a:pt x="1561" y="541"/>
                  </a:lnTo>
                  <a:lnTo>
                    <a:pt x="1586" y="430"/>
                  </a:lnTo>
                  <a:lnTo>
                    <a:pt x="1711" y="451"/>
                  </a:lnTo>
                  <a:lnTo>
                    <a:pt x="1846" y="400"/>
                  </a:lnTo>
                  <a:lnTo>
                    <a:pt x="1861" y="280"/>
                  </a:lnTo>
                  <a:lnTo>
                    <a:pt x="1891" y="145"/>
                  </a:lnTo>
                  <a:lnTo>
                    <a:pt x="1966" y="70"/>
                  </a:lnTo>
                  <a:lnTo>
                    <a:pt x="2086" y="0"/>
                  </a:lnTo>
                  <a:lnTo>
                    <a:pt x="2201" y="3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2D2998-D776-4613-31DE-609DD1C95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2" y="2661586"/>
              <a:ext cx="600075" cy="989013"/>
            </a:xfrm>
            <a:custGeom>
              <a:avLst/>
              <a:gdLst>
                <a:gd name="T0" fmla="*/ 0 w 1891"/>
                <a:gd name="T1" fmla="*/ 0 h 3116"/>
                <a:gd name="T2" fmla="*/ 0 w 1891"/>
                <a:gd name="T3" fmla="*/ 0 h 3116"/>
                <a:gd name="T4" fmla="*/ 0 w 1891"/>
                <a:gd name="T5" fmla="*/ 0 h 3116"/>
                <a:gd name="T6" fmla="*/ 0 w 1891"/>
                <a:gd name="T7" fmla="*/ 0 h 3116"/>
                <a:gd name="T8" fmla="*/ 0 w 1891"/>
                <a:gd name="T9" fmla="*/ 0 h 3116"/>
                <a:gd name="T10" fmla="*/ 0 w 1891"/>
                <a:gd name="T11" fmla="*/ 0 h 3116"/>
                <a:gd name="T12" fmla="*/ 0 w 1891"/>
                <a:gd name="T13" fmla="*/ 0 h 3116"/>
                <a:gd name="T14" fmla="*/ 0 w 1891"/>
                <a:gd name="T15" fmla="*/ 0 h 3116"/>
                <a:gd name="T16" fmla="*/ 0 w 1891"/>
                <a:gd name="T17" fmla="*/ 0 h 3116"/>
                <a:gd name="T18" fmla="*/ 0 w 1891"/>
                <a:gd name="T19" fmla="*/ 0 h 3116"/>
                <a:gd name="T20" fmla="*/ 0 w 1891"/>
                <a:gd name="T21" fmla="*/ 0 h 3116"/>
                <a:gd name="T22" fmla="*/ 0 w 1891"/>
                <a:gd name="T23" fmla="*/ 0 h 3116"/>
                <a:gd name="T24" fmla="*/ 0 w 1891"/>
                <a:gd name="T25" fmla="*/ 0 h 3116"/>
                <a:gd name="T26" fmla="*/ 0 w 1891"/>
                <a:gd name="T27" fmla="*/ 0 h 3116"/>
                <a:gd name="T28" fmla="*/ 0 w 1891"/>
                <a:gd name="T29" fmla="*/ 0 h 3116"/>
                <a:gd name="T30" fmla="*/ 0 w 1891"/>
                <a:gd name="T31" fmla="*/ 0 h 3116"/>
                <a:gd name="T32" fmla="*/ 0 w 1891"/>
                <a:gd name="T33" fmla="*/ 0 h 3116"/>
                <a:gd name="T34" fmla="*/ 0 w 1891"/>
                <a:gd name="T35" fmla="*/ 0 h 3116"/>
                <a:gd name="T36" fmla="*/ 0 w 1891"/>
                <a:gd name="T37" fmla="*/ 0 h 3116"/>
                <a:gd name="T38" fmla="*/ 0 w 1891"/>
                <a:gd name="T39" fmla="*/ 0 h 3116"/>
                <a:gd name="T40" fmla="*/ 0 w 1891"/>
                <a:gd name="T41" fmla="*/ 0 h 3116"/>
                <a:gd name="T42" fmla="*/ 0 w 1891"/>
                <a:gd name="T43" fmla="*/ 0 h 3116"/>
                <a:gd name="T44" fmla="*/ 0 w 1891"/>
                <a:gd name="T45" fmla="*/ 0 h 3116"/>
                <a:gd name="T46" fmla="*/ 0 w 1891"/>
                <a:gd name="T47" fmla="*/ 0 h 3116"/>
                <a:gd name="T48" fmla="*/ 0 w 1891"/>
                <a:gd name="T49" fmla="*/ 0 h 3116"/>
                <a:gd name="T50" fmla="*/ 0 w 1891"/>
                <a:gd name="T51" fmla="*/ 0 h 3116"/>
                <a:gd name="T52" fmla="*/ 0 w 1891"/>
                <a:gd name="T53" fmla="*/ 0 h 3116"/>
                <a:gd name="T54" fmla="*/ 0 w 1891"/>
                <a:gd name="T55" fmla="*/ 0 h 3116"/>
                <a:gd name="T56" fmla="*/ 0 w 1891"/>
                <a:gd name="T57" fmla="*/ 0 h 3116"/>
                <a:gd name="T58" fmla="*/ 0 w 1891"/>
                <a:gd name="T59" fmla="*/ 0 h 3116"/>
                <a:gd name="T60" fmla="*/ 0 w 1891"/>
                <a:gd name="T61" fmla="*/ 0 h 3116"/>
                <a:gd name="T62" fmla="*/ 0 w 1891"/>
                <a:gd name="T63" fmla="*/ 0 h 3116"/>
                <a:gd name="T64" fmla="*/ 0 w 1891"/>
                <a:gd name="T65" fmla="*/ 0 h 3116"/>
                <a:gd name="T66" fmla="*/ 0 w 1891"/>
                <a:gd name="T67" fmla="*/ 0 h 3116"/>
                <a:gd name="T68" fmla="*/ 0 w 1891"/>
                <a:gd name="T69" fmla="*/ 0 h 3116"/>
                <a:gd name="T70" fmla="*/ 0 w 1891"/>
                <a:gd name="T71" fmla="*/ 0 h 3116"/>
                <a:gd name="T72" fmla="*/ 0 w 1891"/>
                <a:gd name="T73" fmla="*/ 0 h 3116"/>
                <a:gd name="T74" fmla="*/ 0 w 1891"/>
                <a:gd name="T75" fmla="*/ 0 h 3116"/>
                <a:gd name="T76" fmla="*/ 0 w 1891"/>
                <a:gd name="T77" fmla="*/ 0 h 3116"/>
                <a:gd name="T78" fmla="*/ 0 w 1891"/>
                <a:gd name="T79" fmla="*/ 0 h 3116"/>
                <a:gd name="T80" fmla="*/ 0 w 1891"/>
                <a:gd name="T81" fmla="*/ 0 h 3116"/>
                <a:gd name="T82" fmla="*/ 0 w 1891"/>
                <a:gd name="T83" fmla="*/ 0 h 31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891" h="3116">
                  <a:moveTo>
                    <a:pt x="879" y="3116"/>
                  </a:moveTo>
                  <a:lnTo>
                    <a:pt x="1050" y="3042"/>
                  </a:lnTo>
                  <a:lnTo>
                    <a:pt x="1150" y="2882"/>
                  </a:lnTo>
                  <a:lnTo>
                    <a:pt x="1495" y="2897"/>
                  </a:lnTo>
                  <a:lnTo>
                    <a:pt x="1680" y="2847"/>
                  </a:lnTo>
                  <a:lnTo>
                    <a:pt x="1590" y="2566"/>
                  </a:lnTo>
                  <a:lnTo>
                    <a:pt x="1588" y="2354"/>
                  </a:lnTo>
                  <a:lnTo>
                    <a:pt x="1545" y="2276"/>
                  </a:lnTo>
                  <a:lnTo>
                    <a:pt x="1605" y="2176"/>
                  </a:lnTo>
                  <a:lnTo>
                    <a:pt x="1464" y="2125"/>
                  </a:lnTo>
                  <a:lnTo>
                    <a:pt x="1465" y="2038"/>
                  </a:lnTo>
                  <a:lnTo>
                    <a:pt x="1359" y="1981"/>
                  </a:lnTo>
                  <a:lnTo>
                    <a:pt x="1345" y="1843"/>
                  </a:lnTo>
                  <a:lnTo>
                    <a:pt x="1410" y="1796"/>
                  </a:lnTo>
                  <a:lnTo>
                    <a:pt x="1440" y="1706"/>
                  </a:lnTo>
                  <a:lnTo>
                    <a:pt x="1360" y="1591"/>
                  </a:lnTo>
                  <a:lnTo>
                    <a:pt x="1150" y="1499"/>
                  </a:lnTo>
                  <a:lnTo>
                    <a:pt x="1060" y="1409"/>
                  </a:lnTo>
                  <a:lnTo>
                    <a:pt x="1120" y="1244"/>
                  </a:lnTo>
                  <a:lnTo>
                    <a:pt x="1215" y="1269"/>
                  </a:lnTo>
                  <a:lnTo>
                    <a:pt x="1270" y="1214"/>
                  </a:lnTo>
                  <a:lnTo>
                    <a:pt x="1230" y="1134"/>
                  </a:lnTo>
                  <a:lnTo>
                    <a:pt x="1320" y="1104"/>
                  </a:lnTo>
                  <a:lnTo>
                    <a:pt x="1450" y="1134"/>
                  </a:lnTo>
                  <a:lnTo>
                    <a:pt x="1495" y="1049"/>
                  </a:lnTo>
                  <a:lnTo>
                    <a:pt x="1396" y="924"/>
                  </a:lnTo>
                  <a:lnTo>
                    <a:pt x="1303" y="942"/>
                  </a:lnTo>
                  <a:lnTo>
                    <a:pt x="1150" y="774"/>
                  </a:lnTo>
                  <a:lnTo>
                    <a:pt x="1075" y="794"/>
                  </a:lnTo>
                  <a:lnTo>
                    <a:pt x="1065" y="704"/>
                  </a:lnTo>
                  <a:lnTo>
                    <a:pt x="1090" y="592"/>
                  </a:lnTo>
                  <a:lnTo>
                    <a:pt x="1260" y="493"/>
                  </a:lnTo>
                  <a:lnTo>
                    <a:pt x="1173" y="420"/>
                  </a:lnTo>
                  <a:lnTo>
                    <a:pt x="1215" y="358"/>
                  </a:lnTo>
                  <a:lnTo>
                    <a:pt x="1330" y="443"/>
                  </a:lnTo>
                  <a:lnTo>
                    <a:pt x="1305" y="524"/>
                  </a:lnTo>
                  <a:lnTo>
                    <a:pt x="1375" y="569"/>
                  </a:lnTo>
                  <a:lnTo>
                    <a:pt x="1495" y="493"/>
                  </a:lnTo>
                  <a:lnTo>
                    <a:pt x="1455" y="428"/>
                  </a:lnTo>
                  <a:lnTo>
                    <a:pt x="1545" y="428"/>
                  </a:lnTo>
                  <a:lnTo>
                    <a:pt x="1585" y="524"/>
                  </a:lnTo>
                  <a:lnTo>
                    <a:pt x="1635" y="599"/>
                  </a:lnTo>
                  <a:lnTo>
                    <a:pt x="1755" y="669"/>
                  </a:lnTo>
                  <a:lnTo>
                    <a:pt x="1770" y="539"/>
                  </a:lnTo>
                  <a:lnTo>
                    <a:pt x="1855" y="503"/>
                  </a:lnTo>
                  <a:lnTo>
                    <a:pt x="1891" y="234"/>
                  </a:lnTo>
                  <a:lnTo>
                    <a:pt x="1657" y="163"/>
                  </a:lnTo>
                  <a:lnTo>
                    <a:pt x="1584" y="205"/>
                  </a:lnTo>
                  <a:lnTo>
                    <a:pt x="1398" y="92"/>
                  </a:lnTo>
                  <a:lnTo>
                    <a:pt x="1359" y="6"/>
                  </a:lnTo>
                  <a:lnTo>
                    <a:pt x="1210" y="59"/>
                  </a:lnTo>
                  <a:lnTo>
                    <a:pt x="1075" y="68"/>
                  </a:lnTo>
                  <a:lnTo>
                    <a:pt x="990" y="0"/>
                  </a:lnTo>
                  <a:lnTo>
                    <a:pt x="949" y="70"/>
                  </a:lnTo>
                  <a:lnTo>
                    <a:pt x="1005" y="148"/>
                  </a:lnTo>
                  <a:lnTo>
                    <a:pt x="1090" y="268"/>
                  </a:lnTo>
                  <a:lnTo>
                    <a:pt x="1063" y="388"/>
                  </a:lnTo>
                  <a:lnTo>
                    <a:pt x="1149" y="509"/>
                  </a:lnTo>
                  <a:lnTo>
                    <a:pt x="960" y="614"/>
                  </a:lnTo>
                  <a:lnTo>
                    <a:pt x="909" y="729"/>
                  </a:lnTo>
                  <a:lnTo>
                    <a:pt x="1018" y="856"/>
                  </a:lnTo>
                  <a:lnTo>
                    <a:pt x="1045" y="959"/>
                  </a:lnTo>
                  <a:lnTo>
                    <a:pt x="960" y="969"/>
                  </a:lnTo>
                  <a:lnTo>
                    <a:pt x="939" y="1034"/>
                  </a:lnTo>
                  <a:lnTo>
                    <a:pt x="960" y="1119"/>
                  </a:lnTo>
                  <a:lnTo>
                    <a:pt x="975" y="1240"/>
                  </a:lnTo>
                  <a:lnTo>
                    <a:pt x="939" y="1359"/>
                  </a:lnTo>
                  <a:lnTo>
                    <a:pt x="1005" y="1438"/>
                  </a:lnTo>
                  <a:lnTo>
                    <a:pt x="944" y="1576"/>
                  </a:lnTo>
                  <a:lnTo>
                    <a:pt x="853" y="1709"/>
                  </a:lnTo>
                  <a:lnTo>
                    <a:pt x="678" y="1844"/>
                  </a:lnTo>
                  <a:lnTo>
                    <a:pt x="519" y="1856"/>
                  </a:lnTo>
                  <a:lnTo>
                    <a:pt x="268" y="2111"/>
                  </a:lnTo>
                  <a:lnTo>
                    <a:pt x="151" y="2071"/>
                  </a:lnTo>
                  <a:lnTo>
                    <a:pt x="25" y="2111"/>
                  </a:lnTo>
                  <a:lnTo>
                    <a:pt x="0" y="2272"/>
                  </a:lnTo>
                  <a:lnTo>
                    <a:pt x="160" y="2326"/>
                  </a:lnTo>
                  <a:lnTo>
                    <a:pt x="355" y="2498"/>
                  </a:lnTo>
                  <a:lnTo>
                    <a:pt x="526" y="2658"/>
                  </a:lnTo>
                  <a:lnTo>
                    <a:pt x="534" y="2807"/>
                  </a:lnTo>
                  <a:lnTo>
                    <a:pt x="629" y="2942"/>
                  </a:lnTo>
                  <a:lnTo>
                    <a:pt x="719" y="2907"/>
                  </a:lnTo>
                  <a:lnTo>
                    <a:pt x="774" y="3012"/>
                  </a:lnTo>
                  <a:lnTo>
                    <a:pt x="869" y="3002"/>
                  </a:lnTo>
                  <a:lnTo>
                    <a:pt x="879" y="3116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DF66799-C6AD-2A3C-A05E-019A721F3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499" y="2048811"/>
              <a:ext cx="466725" cy="568325"/>
            </a:xfrm>
            <a:custGeom>
              <a:avLst/>
              <a:gdLst>
                <a:gd name="T0" fmla="*/ 0 w 1471"/>
                <a:gd name="T1" fmla="*/ 0 h 1788"/>
                <a:gd name="T2" fmla="*/ 0 w 1471"/>
                <a:gd name="T3" fmla="*/ 0 h 1788"/>
                <a:gd name="T4" fmla="*/ 0 w 1471"/>
                <a:gd name="T5" fmla="*/ 0 h 1788"/>
                <a:gd name="T6" fmla="*/ 0 w 1471"/>
                <a:gd name="T7" fmla="*/ 0 h 1788"/>
                <a:gd name="T8" fmla="*/ 0 w 1471"/>
                <a:gd name="T9" fmla="*/ 0 h 1788"/>
                <a:gd name="T10" fmla="*/ 0 w 1471"/>
                <a:gd name="T11" fmla="*/ 0 h 1788"/>
                <a:gd name="T12" fmla="*/ 0 w 1471"/>
                <a:gd name="T13" fmla="*/ 0 h 1788"/>
                <a:gd name="T14" fmla="*/ 0 w 1471"/>
                <a:gd name="T15" fmla="*/ 0 h 1788"/>
                <a:gd name="T16" fmla="*/ 0 w 1471"/>
                <a:gd name="T17" fmla="*/ 0 h 1788"/>
                <a:gd name="T18" fmla="*/ 0 w 1471"/>
                <a:gd name="T19" fmla="*/ 0 h 1788"/>
                <a:gd name="T20" fmla="*/ 0 w 1471"/>
                <a:gd name="T21" fmla="*/ 0 h 1788"/>
                <a:gd name="T22" fmla="*/ 0 w 1471"/>
                <a:gd name="T23" fmla="*/ 0 h 1788"/>
                <a:gd name="T24" fmla="*/ 0 w 1471"/>
                <a:gd name="T25" fmla="*/ 0 h 1788"/>
                <a:gd name="T26" fmla="*/ 0 w 1471"/>
                <a:gd name="T27" fmla="*/ 0 h 1788"/>
                <a:gd name="T28" fmla="*/ 0 w 1471"/>
                <a:gd name="T29" fmla="*/ 0 h 1788"/>
                <a:gd name="T30" fmla="*/ 0 w 1471"/>
                <a:gd name="T31" fmla="*/ 0 h 1788"/>
                <a:gd name="T32" fmla="*/ 0 w 1471"/>
                <a:gd name="T33" fmla="*/ 0 h 1788"/>
                <a:gd name="T34" fmla="*/ 0 w 1471"/>
                <a:gd name="T35" fmla="*/ 0 h 1788"/>
                <a:gd name="T36" fmla="*/ 0 w 1471"/>
                <a:gd name="T37" fmla="*/ 0 h 1788"/>
                <a:gd name="T38" fmla="*/ 0 w 1471"/>
                <a:gd name="T39" fmla="*/ 0 h 1788"/>
                <a:gd name="T40" fmla="*/ 0 w 1471"/>
                <a:gd name="T41" fmla="*/ 0 h 1788"/>
                <a:gd name="T42" fmla="*/ 0 w 1471"/>
                <a:gd name="T43" fmla="*/ 0 h 1788"/>
                <a:gd name="T44" fmla="*/ 0 w 1471"/>
                <a:gd name="T45" fmla="*/ 0 h 1788"/>
                <a:gd name="T46" fmla="*/ 0 w 1471"/>
                <a:gd name="T47" fmla="*/ 0 h 1788"/>
                <a:gd name="T48" fmla="*/ 0 w 1471"/>
                <a:gd name="T49" fmla="*/ 0 h 1788"/>
                <a:gd name="T50" fmla="*/ 0 w 1471"/>
                <a:gd name="T51" fmla="*/ 0 h 1788"/>
                <a:gd name="T52" fmla="*/ 0 w 1471"/>
                <a:gd name="T53" fmla="*/ 0 h 1788"/>
                <a:gd name="T54" fmla="*/ 0 w 1471"/>
                <a:gd name="T55" fmla="*/ 0 h 1788"/>
                <a:gd name="T56" fmla="*/ 0 w 1471"/>
                <a:gd name="T57" fmla="*/ 0 h 1788"/>
                <a:gd name="T58" fmla="*/ 0 w 1471"/>
                <a:gd name="T59" fmla="*/ 0 h 1788"/>
                <a:gd name="T60" fmla="*/ 0 w 1471"/>
                <a:gd name="T61" fmla="*/ 0 h 1788"/>
                <a:gd name="T62" fmla="*/ 0 w 1471"/>
                <a:gd name="T63" fmla="*/ 0 h 1788"/>
                <a:gd name="T64" fmla="*/ 0 w 1471"/>
                <a:gd name="T65" fmla="*/ 0 h 1788"/>
                <a:gd name="T66" fmla="*/ 0 w 1471"/>
                <a:gd name="T67" fmla="*/ 0 h 1788"/>
                <a:gd name="T68" fmla="*/ 0 w 1471"/>
                <a:gd name="T69" fmla="*/ 0 h 1788"/>
                <a:gd name="T70" fmla="*/ 0 w 1471"/>
                <a:gd name="T71" fmla="*/ 0 h 1788"/>
                <a:gd name="T72" fmla="*/ 0 w 1471"/>
                <a:gd name="T73" fmla="*/ 0 h 1788"/>
                <a:gd name="T74" fmla="*/ 0 w 1471"/>
                <a:gd name="T75" fmla="*/ 0 h 1788"/>
                <a:gd name="T76" fmla="*/ 0 w 1471"/>
                <a:gd name="T77" fmla="*/ 0 h 1788"/>
                <a:gd name="T78" fmla="*/ 0 w 1471"/>
                <a:gd name="T79" fmla="*/ 0 h 1788"/>
                <a:gd name="T80" fmla="*/ 0 w 1471"/>
                <a:gd name="T81" fmla="*/ 0 h 1788"/>
                <a:gd name="T82" fmla="*/ 0 w 1471"/>
                <a:gd name="T83" fmla="*/ 0 h 1788"/>
                <a:gd name="T84" fmla="*/ 0 w 1471"/>
                <a:gd name="T85" fmla="*/ 0 h 1788"/>
                <a:gd name="T86" fmla="*/ 0 w 1471"/>
                <a:gd name="T87" fmla="*/ 0 h 1788"/>
                <a:gd name="T88" fmla="*/ 0 w 1471"/>
                <a:gd name="T89" fmla="*/ 0 h 178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471" h="1788">
                  <a:moveTo>
                    <a:pt x="33" y="543"/>
                  </a:moveTo>
                  <a:lnTo>
                    <a:pt x="196" y="498"/>
                  </a:lnTo>
                  <a:lnTo>
                    <a:pt x="332" y="574"/>
                  </a:lnTo>
                  <a:lnTo>
                    <a:pt x="347" y="711"/>
                  </a:lnTo>
                  <a:lnTo>
                    <a:pt x="514" y="619"/>
                  </a:lnTo>
                  <a:lnTo>
                    <a:pt x="646" y="624"/>
                  </a:lnTo>
                  <a:lnTo>
                    <a:pt x="740" y="679"/>
                  </a:lnTo>
                  <a:lnTo>
                    <a:pt x="816" y="573"/>
                  </a:lnTo>
                  <a:lnTo>
                    <a:pt x="828" y="456"/>
                  </a:lnTo>
                  <a:lnTo>
                    <a:pt x="997" y="468"/>
                  </a:lnTo>
                  <a:lnTo>
                    <a:pt x="1022" y="368"/>
                  </a:lnTo>
                  <a:lnTo>
                    <a:pt x="1087" y="262"/>
                  </a:lnTo>
                  <a:lnTo>
                    <a:pt x="1172" y="292"/>
                  </a:lnTo>
                  <a:lnTo>
                    <a:pt x="1221" y="290"/>
                  </a:lnTo>
                  <a:lnTo>
                    <a:pt x="1206" y="137"/>
                  </a:lnTo>
                  <a:lnTo>
                    <a:pt x="1143" y="111"/>
                  </a:lnTo>
                  <a:lnTo>
                    <a:pt x="1113" y="65"/>
                  </a:lnTo>
                  <a:lnTo>
                    <a:pt x="1110" y="42"/>
                  </a:lnTo>
                  <a:lnTo>
                    <a:pt x="1141" y="38"/>
                  </a:lnTo>
                  <a:lnTo>
                    <a:pt x="1147" y="18"/>
                  </a:lnTo>
                  <a:lnTo>
                    <a:pt x="1153" y="2"/>
                  </a:lnTo>
                  <a:lnTo>
                    <a:pt x="1170" y="0"/>
                  </a:lnTo>
                  <a:lnTo>
                    <a:pt x="1206" y="39"/>
                  </a:lnTo>
                  <a:lnTo>
                    <a:pt x="1339" y="149"/>
                  </a:lnTo>
                  <a:lnTo>
                    <a:pt x="1317" y="197"/>
                  </a:lnTo>
                  <a:lnTo>
                    <a:pt x="1298" y="242"/>
                  </a:lnTo>
                  <a:lnTo>
                    <a:pt x="1471" y="346"/>
                  </a:lnTo>
                  <a:lnTo>
                    <a:pt x="1417" y="460"/>
                  </a:lnTo>
                  <a:lnTo>
                    <a:pt x="1299" y="562"/>
                  </a:lnTo>
                  <a:lnTo>
                    <a:pt x="1221" y="744"/>
                  </a:lnTo>
                  <a:lnTo>
                    <a:pt x="1283" y="1099"/>
                  </a:lnTo>
                  <a:lnTo>
                    <a:pt x="1266" y="1151"/>
                  </a:lnTo>
                  <a:lnTo>
                    <a:pt x="1194" y="1181"/>
                  </a:lnTo>
                  <a:lnTo>
                    <a:pt x="1206" y="1263"/>
                  </a:lnTo>
                  <a:lnTo>
                    <a:pt x="1159" y="1296"/>
                  </a:lnTo>
                  <a:lnTo>
                    <a:pt x="1197" y="1329"/>
                  </a:lnTo>
                  <a:lnTo>
                    <a:pt x="1249" y="1304"/>
                  </a:lnTo>
                  <a:lnTo>
                    <a:pt x="1296" y="1373"/>
                  </a:lnTo>
                  <a:lnTo>
                    <a:pt x="1351" y="1328"/>
                  </a:lnTo>
                  <a:lnTo>
                    <a:pt x="1433" y="1449"/>
                  </a:lnTo>
                  <a:lnTo>
                    <a:pt x="1429" y="1568"/>
                  </a:lnTo>
                  <a:lnTo>
                    <a:pt x="1342" y="1748"/>
                  </a:lnTo>
                  <a:lnTo>
                    <a:pt x="1205" y="1734"/>
                  </a:lnTo>
                  <a:lnTo>
                    <a:pt x="1133" y="1788"/>
                  </a:lnTo>
                  <a:lnTo>
                    <a:pt x="1132" y="1625"/>
                  </a:lnTo>
                  <a:lnTo>
                    <a:pt x="1102" y="1489"/>
                  </a:lnTo>
                  <a:lnTo>
                    <a:pt x="1027" y="1585"/>
                  </a:lnTo>
                  <a:lnTo>
                    <a:pt x="932" y="1630"/>
                  </a:lnTo>
                  <a:lnTo>
                    <a:pt x="887" y="1540"/>
                  </a:lnTo>
                  <a:lnTo>
                    <a:pt x="787" y="1570"/>
                  </a:lnTo>
                  <a:lnTo>
                    <a:pt x="740" y="1704"/>
                  </a:lnTo>
                  <a:lnTo>
                    <a:pt x="667" y="1685"/>
                  </a:lnTo>
                  <a:lnTo>
                    <a:pt x="691" y="1535"/>
                  </a:lnTo>
                  <a:lnTo>
                    <a:pt x="631" y="1400"/>
                  </a:lnTo>
                  <a:lnTo>
                    <a:pt x="485" y="1295"/>
                  </a:lnTo>
                  <a:lnTo>
                    <a:pt x="497" y="1090"/>
                  </a:lnTo>
                  <a:lnTo>
                    <a:pt x="436" y="1012"/>
                  </a:lnTo>
                  <a:lnTo>
                    <a:pt x="440" y="880"/>
                  </a:lnTo>
                  <a:lnTo>
                    <a:pt x="307" y="904"/>
                  </a:lnTo>
                  <a:lnTo>
                    <a:pt x="63" y="874"/>
                  </a:lnTo>
                  <a:lnTo>
                    <a:pt x="60" y="715"/>
                  </a:lnTo>
                  <a:lnTo>
                    <a:pt x="0" y="624"/>
                  </a:lnTo>
                  <a:lnTo>
                    <a:pt x="33" y="543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54779D5-F8E3-D2A7-966A-880A74218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474" y="5071411"/>
              <a:ext cx="704850" cy="954088"/>
            </a:xfrm>
            <a:custGeom>
              <a:avLst/>
              <a:gdLst>
                <a:gd name="T0" fmla="*/ 0 w 2218"/>
                <a:gd name="T1" fmla="*/ 0 h 3005"/>
                <a:gd name="T2" fmla="*/ 0 w 2218"/>
                <a:gd name="T3" fmla="*/ 0 h 3005"/>
                <a:gd name="T4" fmla="*/ 0 w 2218"/>
                <a:gd name="T5" fmla="*/ 0 h 3005"/>
                <a:gd name="T6" fmla="*/ 0 w 2218"/>
                <a:gd name="T7" fmla="*/ 0 h 3005"/>
                <a:gd name="T8" fmla="*/ 0 w 2218"/>
                <a:gd name="T9" fmla="*/ 0 h 3005"/>
                <a:gd name="T10" fmla="*/ 0 w 2218"/>
                <a:gd name="T11" fmla="*/ 0 h 3005"/>
                <a:gd name="T12" fmla="*/ 0 w 2218"/>
                <a:gd name="T13" fmla="*/ 0 h 3005"/>
                <a:gd name="T14" fmla="*/ 0 w 2218"/>
                <a:gd name="T15" fmla="*/ 0 h 3005"/>
                <a:gd name="T16" fmla="*/ 0 w 2218"/>
                <a:gd name="T17" fmla="*/ 0 h 3005"/>
                <a:gd name="T18" fmla="*/ 0 w 2218"/>
                <a:gd name="T19" fmla="*/ 0 h 3005"/>
                <a:gd name="T20" fmla="*/ 0 w 2218"/>
                <a:gd name="T21" fmla="*/ 0 h 3005"/>
                <a:gd name="T22" fmla="*/ 0 w 2218"/>
                <a:gd name="T23" fmla="*/ 0 h 3005"/>
                <a:gd name="T24" fmla="*/ 0 w 2218"/>
                <a:gd name="T25" fmla="*/ 0 h 3005"/>
                <a:gd name="T26" fmla="*/ 0 w 2218"/>
                <a:gd name="T27" fmla="*/ 0 h 3005"/>
                <a:gd name="T28" fmla="*/ 0 w 2218"/>
                <a:gd name="T29" fmla="*/ 0 h 3005"/>
                <a:gd name="T30" fmla="*/ 0 w 2218"/>
                <a:gd name="T31" fmla="*/ 0 h 3005"/>
                <a:gd name="T32" fmla="*/ 0 w 2218"/>
                <a:gd name="T33" fmla="*/ 0 h 3005"/>
                <a:gd name="T34" fmla="*/ 0 w 2218"/>
                <a:gd name="T35" fmla="*/ 0 h 3005"/>
                <a:gd name="T36" fmla="*/ 0 w 2218"/>
                <a:gd name="T37" fmla="*/ 0 h 3005"/>
                <a:gd name="T38" fmla="*/ 0 w 2218"/>
                <a:gd name="T39" fmla="*/ 0 h 3005"/>
                <a:gd name="T40" fmla="*/ 0 w 2218"/>
                <a:gd name="T41" fmla="*/ 0 h 3005"/>
                <a:gd name="T42" fmla="*/ 0 w 2218"/>
                <a:gd name="T43" fmla="*/ 0 h 3005"/>
                <a:gd name="T44" fmla="*/ 0 w 2218"/>
                <a:gd name="T45" fmla="*/ 0 h 3005"/>
                <a:gd name="T46" fmla="*/ 0 w 2218"/>
                <a:gd name="T47" fmla="*/ 0 h 3005"/>
                <a:gd name="T48" fmla="*/ 0 w 2218"/>
                <a:gd name="T49" fmla="*/ 0 h 3005"/>
                <a:gd name="T50" fmla="*/ 0 w 2218"/>
                <a:gd name="T51" fmla="*/ 0 h 3005"/>
                <a:gd name="T52" fmla="*/ 0 w 2218"/>
                <a:gd name="T53" fmla="*/ 0 h 3005"/>
                <a:gd name="T54" fmla="*/ 0 w 2218"/>
                <a:gd name="T55" fmla="*/ 0 h 3005"/>
                <a:gd name="T56" fmla="*/ 0 w 2218"/>
                <a:gd name="T57" fmla="*/ 0 h 3005"/>
                <a:gd name="T58" fmla="*/ 0 w 2218"/>
                <a:gd name="T59" fmla="*/ 0 h 3005"/>
                <a:gd name="T60" fmla="*/ 0 w 2218"/>
                <a:gd name="T61" fmla="*/ 0 h 3005"/>
                <a:gd name="T62" fmla="*/ 0 w 2218"/>
                <a:gd name="T63" fmla="*/ 0 h 3005"/>
                <a:gd name="T64" fmla="*/ 0 w 2218"/>
                <a:gd name="T65" fmla="*/ 0 h 3005"/>
                <a:gd name="T66" fmla="*/ 0 w 2218"/>
                <a:gd name="T67" fmla="*/ 0 h 3005"/>
                <a:gd name="T68" fmla="*/ 0 w 2218"/>
                <a:gd name="T69" fmla="*/ 0 h 300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218" h="3005">
                  <a:moveTo>
                    <a:pt x="0" y="1120"/>
                  </a:moveTo>
                  <a:lnTo>
                    <a:pt x="120" y="1210"/>
                  </a:lnTo>
                  <a:lnTo>
                    <a:pt x="120" y="1315"/>
                  </a:lnTo>
                  <a:lnTo>
                    <a:pt x="215" y="1305"/>
                  </a:lnTo>
                  <a:lnTo>
                    <a:pt x="275" y="1395"/>
                  </a:lnTo>
                  <a:lnTo>
                    <a:pt x="210" y="1455"/>
                  </a:lnTo>
                  <a:lnTo>
                    <a:pt x="345" y="1561"/>
                  </a:lnTo>
                  <a:lnTo>
                    <a:pt x="285" y="1646"/>
                  </a:lnTo>
                  <a:lnTo>
                    <a:pt x="305" y="1831"/>
                  </a:lnTo>
                  <a:lnTo>
                    <a:pt x="375" y="1856"/>
                  </a:lnTo>
                  <a:lnTo>
                    <a:pt x="495" y="1796"/>
                  </a:lnTo>
                  <a:lnTo>
                    <a:pt x="540" y="1891"/>
                  </a:lnTo>
                  <a:lnTo>
                    <a:pt x="510" y="1981"/>
                  </a:lnTo>
                  <a:lnTo>
                    <a:pt x="530" y="2111"/>
                  </a:lnTo>
                  <a:lnTo>
                    <a:pt x="450" y="2166"/>
                  </a:lnTo>
                  <a:lnTo>
                    <a:pt x="545" y="2191"/>
                  </a:lnTo>
                  <a:lnTo>
                    <a:pt x="630" y="2261"/>
                  </a:lnTo>
                  <a:lnTo>
                    <a:pt x="570" y="2351"/>
                  </a:lnTo>
                  <a:lnTo>
                    <a:pt x="470" y="2501"/>
                  </a:lnTo>
                  <a:lnTo>
                    <a:pt x="495" y="2607"/>
                  </a:lnTo>
                  <a:lnTo>
                    <a:pt x="481" y="2695"/>
                  </a:lnTo>
                  <a:lnTo>
                    <a:pt x="514" y="2800"/>
                  </a:lnTo>
                  <a:lnTo>
                    <a:pt x="465" y="2953"/>
                  </a:lnTo>
                  <a:lnTo>
                    <a:pt x="562" y="2993"/>
                  </a:lnTo>
                  <a:lnTo>
                    <a:pt x="670" y="3005"/>
                  </a:lnTo>
                  <a:lnTo>
                    <a:pt x="750" y="2937"/>
                  </a:lnTo>
                  <a:lnTo>
                    <a:pt x="930" y="2833"/>
                  </a:lnTo>
                  <a:lnTo>
                    <a:pt x="1010" y="2746"/>
                  </a:lnTo>
                  <a:lnTo>
                    <a:pt x="1026" y="2632"/>
                  </a:lnTo>
                  <a:lnTo>
                    <a:pt x="1018" y="2541"/>
                  </a:lnTo>
                  <a:lnTo>
                    <a:pt x="1086" y="2461"/>
                  </a:lnTo>
                  <a:lnTo>
                    <a:pt x="1186" y="2401"/>
                  </a:lnTo>
                  <a:lnTo>
                    <a:pt x="1334" y="2349"/>
                  </a:lnTo>
                  <a:lnTo>
                    <a:pt x="1542" y="2329"/>
                  </a:lnTo>
                  <a:lnTo>
                    <a:pt x="1498" y="2289"/>
                  </a:lnTo>
                  <a:lnTo>
                    <a:pt x="1422" y="2205"/>
                  </a:lnTo>
                  <a:lnTo>
                    <a:pt x="1486" y="2089"/>
                  </a:lnTo>
                  <a:lnTo>
                    <a:pt x="1554" y="1981"/>
                  </a:lnTo>
                  <a:lnTo>
                    <a:pt x="1650" y="1861"/>
                  </a:lnTo>
                  <a:lnTo>
                    <a:pt x="1682" y="1753"/>
                  </a:lnTo>
                  <a:lnTo>
                    <a:pt x="1810" y="1741"/>
                  </a:lnTo>
                  <a:lnTo>
                    <a:pt x="1950" y="1793"/>
                  </a:lnTo>
                  <a:lnTo>
                    <a:pt x="1966" y="1677"/>
                  </a:lnTo>
                  <a:lnTo>
                    <a:pt x="1970" y="1470"/>
                  </a:lnTo>
                  <a:lnTo>
                    <a:pt x="1902" y="1441"/>
                  </a:lnTo>
                  <a:lnTo>
                    <a:pt x="1842" y="1397"/>
                  </a:lnTo>
                  <a:lnTo>
                    <a:pt x="1874" y="1353"/>
                  </a:lnTo>
                  <a:lnTo>
                    <a:pt x="1958" y="1349"/>
                  </a:lnTo>
                  <a:lnTo>
                    <a:pt x="1954" y="1257"/>
                  </a:lnTo>
                  <a:lnTo>
                    <a:pt x="1925" y="1135"/>
                  </a:lnTo>
                  <a:lnTo>
                    <a:pt x="1893" y="945"/>
                  </a:lnTo>
                  <a:lnTo>
                    <a:pt x="1854" y="942"/>
                  </a:lnTo>
                  <a:lnTo>
                    <a:pt x="1821" y="918"/>
                  </a:lnTo>
                  <a:lnTo>
                    <a:pt x="1806" y="873"/>
                  </a:lnTo>
                  <a:lnTo>
                    <a:pt x="1830" y="834"/>
                  </a:lnTo>
                  <a:lnTo>
                    <a:pt x="1842" y="792"/>
                  </a:lnTo>
                  <a:lnTo>
                    <a:pt x="1887" y="807"/>
                  </a:lnTo>
                  <a:lnTo>
                    <a:pt x="1932" y="843"/>
                  </a:lnTo>
                  <a:lnTo>
                    <a:pt x="1947" y="750"/>
                  </a:lnTo>
                  <a:lnTo>
                    <a:pt x="2105" y="645"/>
                  </a:lnTo>
                  <a:lnTo>
                    <a:pt x="2138" y="485"/>
                  </a:lnTo>
                  <a:lnTo>
                    <a:pt x="2190" y="321"/>
                  </a:lnTo>
                  <a:lnTo>
                    <a:pt x="2218" y="161"/>
                  </a:lnTo>
                  <a:lnTo>
                    <a:pt x="2182" y="45"/>
                  </a:lnTo>
                  <a:lnTo>
                    <a:pt x="2115" y="0"/>
                  </a:lnTo>
                  <a:lnTo>
                    <a:pt x="1978" y="130"/>
                  </a:lnTo>
                  <a:lnTo>
                    <a:pt x="1798" y="120"/>
                  </a:lnTo>
                  <a:lnTo>
                    <a:pt x="1638" y="268"/>
                  </a:lnTo>
                  <a:lnTo>
                    <a:pt x="1485" y="280"/>
                  </a:lnTo>
                  <a:lnTo>
                    <a:pt x="1355" y="265"/>
                  </a:lnTo>
                  <a:lnTo>
                    <a:pt x="1205" y="495"/>
                  </a:lnTo>
                  <a:lnTo>
                    <a:pt x="1115" y="490"/>
                  </a:lnTo>
                  <a:lnTo>
                    <a:pt x="1104" y="421"/>
                  </a:lnTo>
                  <a:lnTo>
                    <a:pt x="950" y="405"/>
                  </a:lnTo>
                  <a:lnTo>
                    <a:pt x="860" y="360"/>
                  </a:lnTo>
                  <a:lnTo>
                    <a:pt x="830" y="465"/>
                  </a:lnTo>
                  <a:lnTo>
                    <a:pt x="725" y="550"/>
                  </a:lnTo>
                  <a:lnTo>
                    <a:pt x="755" y="655"/>
                  </a:lnTo>
                  <a:lnTo>
                    <a:pt x="690" y="735"/>
                  </a:lnTo>
                  <a:lnTo>
                    <a:pt x="900" y="805"/>
                  </a:lnTo>
                  <a:lnTo>
                    <a:pt x="635" y="975"/>
                  </a:lnTo>
                  <a:lnTo>
                    <a:pt x="395" y="970"/>
                  </a:lnTo>
                  <a:lnTo>
                    <a:pt x="270" y="1065"/>
                  </a:lnTo>
                  <a:lnTo>
                    <a:pt x="105" y="1035"/>
                  </a:lnTo>
                  <a:lnTo>
                    <a:pt x="0" y="112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F325EC8-7317-AF5D-065F-726C3FDC9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637" y="5203173"/>
              <a:ext cx="423863" cy="804863"/>
            </a:xfrm>
            <a:custGeom>
              <a:avLst/>
              <a:gdLst>
                <a:gd name="T0" fmla="*/ 0 w 1336"/>
                <a:gd name="T1" fmla="*/ 0 h 2535"/>
                <a:gd name="T2" fmla="*/ 0 w 1336"/>
                <a:gd name="T3" fmla="*/ 0 h 2535"/>
                <a:gd name="T4" fmla="*/ 0 w 1336"/>
                <a:gd name="T5" fmla="*/ 0 h 2535"/>
                <a:gd name="T6" fmla="*/ 0 w 1336"/>
                <a:gd name="T7" fmla="*/ 0 h 2535"/>
                <a:gd name="T8" fmla="*/ 0 w 1336"/>
                <a:gd name="T9" fmla="*/ 0 h 2535"/>
                <a:gd name="T10" fmla="*/ 0 w 1336"/>
                <a:gd name="T11" fmla="*/ 0 h 2535"/>
                <a:gd name="T12" fmla="*/ 0 w 1336"/>
                <a:gd name="T13" fmla="*/ 0 h 2535"/>
                <a:gd name="T14" fmla="*/ 0 w 1336"/>
                <a:gd name="T15" fmla="*/ 0 h 2535"/>
                <a:gd name="T16" fmla="*/ 0 w 1336"/>
                <a:gd name="T17" fmla="*/ 0 h 2535"/>
                <a:gd name="T18" fmla="*/ 0 w 1336"/>
                <a:gd name="T19" fmla="*/ 0 h 2535"/>
                <a:gd name="T20" fmla="*/ 0 w 1336"/>
                <a:gd name="T21" fmla="*/ 0 h 2535"/>
                <a:gd name="T22" fmla="*/ 0 w 1336"/>
                <a:gd name="T23" fmla="*/ 0 h 2535"/>
                <a:gd name="T24" fmla="*/ 0 w 1336"/>
                <a:gd name="T25" fmla="*/ 0 h 2535"/>
                <a:gd name="T26" fmla="*/ 0 w 1336"/>
                <a:gd name="T27" fmla="*/ 0 h 2535"/>
                <a:gd name="T28" fmla="*/ 0 w 1336"/>
                <a:gd name="T29" fmla="*/ 0 h 2535"/>
                <a:gd name="T30" fmla="*/ 0 w 1336"/>
                <a:gd name="T31" fmla="*/ 0 h 2535"/>
                <a:gd name="T32" fmla="*/ 0 w 1336"/>
                <a:gd name="T33" fmla="*/ 0 h 2535"/>
                <a:gd name="T34" fmla="*/ 0 w 1336"/>
                <a:gd name="T35" fmla="*/ 0 h 2535"/>
                <a:gd name="T36" fmla="*/ 0 w 1336"/>
                <a:gd name="T37" fmla="*/ 0 h 2535"/>
                <a:gd name="T38" fmla="*/ 0 w 1336"/>
                <a:gd name="T39" fmla="*/ 0 h 2535"/>
                <a:gd name="T40" fmla="*/ 0 w 1336"/>
                <a:gd name="T41" fmla="*/ 0 h 2535"/>
                <a:gd name="T42" fmla="*/ 0 w 1336"/>
                <a:gd name="T43" fmla="*/ 0 h 2535"/>
                <a:gd name="T44" fmla="*/ 0 w 1336"/>
                <a:gd name="T45" fmla="*/ 0 h 2535"/>
                <a:gd name="T46" fmla="*/ 0 w 1336"/>
                <a:gd name="T47" fmla="*/ 0 h 2535"/>
                <a:gd name="T48" fmla="*/ 0 w 1336"/>
                <a:gd name="T49" fmla="*/ 0 h 2535"/>
                <a:gd name="T50" fmla="*/ 0 w 1336"/>
                <a:gd name="T51" fmla="*/ 0 h 2535"/>
                <a:gd name="T52" fmla="*/ 0 w 1336"/>
                <a:gd name="T53" fmla="*/ 0 h 2535"/>
                <a:gd name="T54" fmla="*/ 0 w 1336"/>
                <a:gd name="T55" fmla="*/ 0 h 2535"/>
                <a:gd name="T56" fmla="*/ 0 w 1336"/>
                <a:gd name="T57" fmla="*/ 0 h 2535"/>
                <a:gd name="T58" fmla="*/ 0 w 1336"/>
                <a:gd name="T59" fmla="*/ 0 h 2535"/>
                <a:gd name="T60" fmla="*/ 0 w 1336"/>
                <a:gd name="T61" fmla="*/ 0 h 2535"/>
                <a:gd name="T62" fmla="*/ 0 w 1336"/>
                <a:gd name="T63" fmla="*/ 0 h 2535"/>
                <a:gd name="T64" fmla="*/ 0 w 1336"/>
                <a:gd name="T65" fmla="*/ 0 h 2535"/>
                <a:gd name="T66" fmla="*/ 0 w 1336"/>
                <a:gd name="T67" fmla="*/ 0 h 2535"/>
                <a:gd name="T68" fmla="*/ 0 w 1336"/>
                <a:gd name="T69" fmla="*/ 0 h 2535"/>
                <a:gd name="T70" fmla="*/ 0 w 1336"/>
                <a:gd name="T71" fmla="*/ 0 h 2535"/>
                <a:gd name="T72" fmla="*/ 0 w 1336"/>
                <a:gd name="T73" fmla="*/ 0 h 2535"/>
                <a:gd name="T74" fmla="*/ 0 w 1336"/>
                <a:gd name="T75" fmla="*/ 0 h 2535"/>
                <a:gd name="T76" fmla="*/ 0 w 1336"/>
                <a:gd name="T77" fmla="*/ 0 h 2535"/>
                <a:gd name="T78" fmla="*/ 0 w 1336"/>
                <a:gd name="T79" fmla="*/ 0 h 253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336" h="2535">
                  <a:moveTo>
                    <a:pt x="0" y="0"/>
                  </a:moveTo>
                  <a:lnTo>
                    <a:pt x="135" y="391"/>
                  </a:lnTo>
                  <a:lnTo>
                    <a:pt x="225" y="457"/>
                  </a:lnTo>
                  <a:lnTo>
                    <a:pt x="273" y="492"/>
                  </a:lnTo>
                  <a:lnTo>
                    <a:pt x="301" y="478"/>
                  </a:lnTo>
                  <a:lnTo>
                    <a:pt x="333" y="487"/>
                  </a:lnTo>
                  <a:lnTo>
                    <a:pt x="339" y="531"/>
                  </a:lnTo>
                  <a:lnTo>
                    <a:pt x="301" y="547"/>
                  </a:lnTo>
                  <a:lnTo>
                    <a:pt x="320" y="635"/>
                  </a:lnTo>
                  <a:lnTo>
                    <a:pt x="454" y="860"/>
                  </a:lnTo>
                  <a:lnTo>
                    <a:pt x="510" y="1145"/>
                  </a:lnTo>
                  <a:lnTo>
                    <a:pt x="683" y="1491"/>
                  </a:lnTo>
                  <a:lnTo>
                    <a:pt x="707" y="1668"/>
                  </a:lnTo>
                  <a:lnTo>
                    <a:pt x="766" y="1793"/>
                  </a:lnTo>
                  <a:lnTo>
                    <a:pt x="741" y="1881"/>
                  </a:lnTo>
                  <a:lnTo>
                    <a:pt x="861" y="2180"/>
                  </a:lnTo>
                  <a:lnTo>
                    <a:pt x="966" y="2360"/>
                  </a:lnTo>
                  <a:lnTo>
                    <a:pt x="981" y="2430"/>
                  </a:lnTo>
                  <a:lnTo>
                    <a:pt x="1171" y="2535"/>
                  </a:lnTo>
                  <a:lnTo>
                    <a:pt x="1221" y="2385"/>
                  </a:lnTo>
                  <a:lnTo>
                    <a:pt x="1186" y="2280"/>
                  </a:lnTo>
                  <a:lnTo>
                    <a:pt x="1201" y="2190"/>
                  </a:lnTo>
                  <a:lnTo>
                    <a:pt x="1176" y="2085"/>
                  </a:lnTo>
                  <a:lnTo>
                    <a:pt x="1336" y="1845"/>
                  </a:lnTo>
                  <a:lnTo>
                    <a:pt x="1252" y="1776"/>
                  </a:lnTo>
                  <a:lnTo>
                    <a:pt x="1154" y="1752"/>
                  </a:lnTo>
                  <a:lnTo>
                    <a:pt x="1236" y="1696"/>
                  </a:lnTo>
                  <a:lnTo>
                    <a:pt x="1216" y="1569"/>
                  </a:lnTo>
                  <a:lnTo>
                    <a:pt x="1246" y="1475"/>
                  </a:lnTo>
                  <a:lnTo>
                    <a:pt x="1201" y="1380"/>
                  </a:lnTo>
                  <a:lnTo>
                    <a:pt x="1081" y="1440"/>
                  </a:lnTo>
                  <a:lnTo>
                    <a:pt x="1013" y="1418"/>
                  </a:lnTo>
                  <a:lnTo>
                    <a:pt x="992" y="1232"/>
                  </a:lnTo>
                  <a:lnTo>
                    <a:pt x="1052" y="1146"/>
                  </a:lnTo>
                  <a:lnTo>
                    <a:pt x="917" y="1040"/>
                  </a:lnTo>
                  <a:lnTo>
                    <a:pt x="981" y="980"/>
                  </a:lnTo>
                  <a:lnTo>
                    <a:pt x="920" y="890"/>
                  </a:lnTo>
                  <a:lnTo>
                    <a:pt x="824" y="899"/>
                  </a:lnTo>
                  <a:lnTo>
                    <a:pt x="827" y="794"/>
                  </a:lnTo>
                  <a:lnTo>
                    <a:pt x="707" y="704"/>
                  </a:lnTo>
                  <a:lnTo>
                    <a:pt x="808" y="622"/>
                  </a:lnTo>
                  <a:lnTo>
                    <a:pt x="650" y="471"/>
                  </a:lnTo>
                  <a:lnTo>
                    <a:pt x="541" y="442"/>
                  </a:lnTo>
                  <a:lnTo>
                    <a:pt x="270" y="255"/>
                  </a:lnTo>
                  <a:lnTo>
                    <a:pt x="138" y="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E4F6D8E-75A2-6404-D5EC-9039A9310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824" y="1653523"/>
              <a:ext cx="500063" cy="504825"/>
            </a:xfrm>
            <a:custGeom>
              <a:avLst/>
              <a:gdLst>
                <a:gd name="T0" fmla="*/ 0 w 1575"/>
                <a:gd name="T1" fmla="*/ 0 h 1591"/>
                <a:gd name="T2" fmla="*/ 0 w 1575"/>
                <a:gd name="T3" fmla="*/ 0 h 1591"/>
                <a:gd name="T4" fmla="*/ 0 w 1575"/>
                <a:gd name="T5" fmla="*/ 0 h 1591"/>
                <a:gd name="T6" fmla="*/ 0 w 1575"/>
                <a:gd name="T7" fmla="*/ 0 h 1591"/>
                <a:gd name="T8" fmla="*/ 0 w 1575"/>
                <a:gd name="T9" fmla="*/ 0 h 1591"/>
                <a:gd name="T10" fmla="*/ 0 w 1575"/>
                <a:gd name="T11" fmla="*/ 0 h 1591"/>
                <a:gd name="T12" fmla="*/ 0 w 1575"/>
                <a:gd name="T13" fmla="*/ 0 h 1591"/>
                <a:gd name="T14" fmla="*/ 0 w 1575"/>
                <a:gd name="T15" fmla="*/ 0 h 1591"/>
                <a:gd name="T16" fmla="*/ 0 w 1575"/>
                <a:gd name="T17" fmla="*/ 0 h 1591"/>
                <a:gd name="T18" fmla="*/ 0 w 1575"/>
                <a:gd name="T19" fmla="*/ 0 h 1591"/>
                <a:gd name="T20" fmla="*/ 0 w 1575"/>
                <a:gd name="T21" fmla="*/ 0 h 1591"/>
                <a:gd name="T22" fmla="*/ 0 w 1575"/>
                <a:gd name="T23" fmla="*/ 0 h 1591"/>
                <a:gd name="T24" fmla="*/ 0 w 1575"/>
                <a:gd name="T25" fmla="*/ 0 h 1591"/>
                <a:gd name="T26" fmla="*/ 0 w 1575"/>
                <a:gd name="T27" fmla="*/ 0 h 1591"/>
                <a:gd name="T28" fmla="*/ 0 w 1575"/>
                <a:gd name="T29" fmla="*/ 0 h 1591"/>
                <a:gd name="T30" fmla="*/ 0 w 1575"/>
                <a:gd name="T31" fmla="*/ 0 h 1591"/>
                <a:gd name="T32" fmla="*/ 0 w 1575"/>
                <a:gd name="T33" fmla="*/ 0 h 1591"/>
                <a:gd name="T34" fmla="*/ 0 w 1575"/>
                <a:gd name="T35" fmla="*/ 0 h 1591"/>
                <a:gd name="T36" fmla="*/ 0 w 1575"/>
                <a:gd name="T37" fmla="*/ 0 h 1591"/>
                <a:gd name="T38" fmla="*/ 0 w 1575"/>
                <a:gd name="T39" fmla="*/ 0 h 1591"/>
                <a:gd name="T40" fmla="*/ 0 w 1575"/>
                <a:gd name="T41" fmla="*/ 0 h 1591"/>
                <a:gd name="T42" fmla="*/ 0 w 1575"/>
                <a:gd name="T43" fmla="*/ 0 h 1591"/>
                <a:gd name="T44" fmla="*/ 0 w 1575"/>
                <a:gd name="T45" fmla="*/ 0 h 1591"/>
                <a:gd name="T46" fmla="*/ 0 w 1575"/>
                <a:gd name="T47" fmla="*/ 0 h 1591"/>
                <a:gd name="T48" fmla="*/ 0 w 1575"/>
                <a:gd name="T49" fmla="*/ 0 h 1591"/>
                <a:gd name="T50" fmla="*/ 0 w 1575"/>
                <a:gd name="T51" fmla="*/ 0 h 1591"/>
                <a:gd name="T52" fmla="*/ 0 w 1575"/>
                <a:gd name="T53" fmla="*/ 0 h 1591"/>
                <a:gd name="T54" fmla="*/ 0 w 1575"/>
                <a:gd name="T55" fmla="*/ 0 h 1591"/>
                <a:gd name="T56" fmla="*/ 0 w 1575"/>
                <a:gd name="T57" fmla="*/ 0 h 1591"/>
                <a:gd name="T58" fmla="*/ 0 w 1575"/>
                <a:gd name="T59" fmla="*/ 0 h 1591"/>
                <a:gd name="T60" fmla="*/ 0 w 1575"/>
                <a:gd name="T61" fmla="*/ 0 h 1591"/>
                <a:gd name="T62" fmla="*/ 0 w 1575"/>
                <a:gd name="T63" fmla="*/ 0 h 1591"/>
                <a:gd name="T64" fmla="*/ 0 w 1575"/>
                <a:gd name="T65" fmla="*/ 0 h 1591"/>
                <a:gd name="T66" fmla="*/ 0 w 1575"/>
                <a:gd name="T67" fmla="*/ 0 h 1591"/>
                <a:gd name="T68" fmla="*/ 0 w 1575"/>
                <a:gd name="T69" fmla="*/ 0 h 1591"/>
                <a:gd name="T70" fmla="*/ 0 w 1575"/>
                <a:gd name="T71" fmla="*/ 0 h 1591"/>
                <a:gd name="T72" fmla="*/ 0 w 1575"/>
                <a:gd name="T73" fmla="*/ 0 h 1591"/>
                <a:gd name="T74" fmla="*/ 0 w 1575"/>
                <a:gd name="T75" fmla="*/ 0 h 1591"/>
                <a:gd name="T76" fmla="*/ 0 w 1575"/>
                <a:gd name="T77" fmla="*/ 0 h 1591"/>
                <a:gd name="T78" fmla="*/ 0 w 1575"/>
                <a:gd name="T79" fmla="*/ 0 h 1591"/>
                <a:gd name="T80" fmla="*/ 0 w 1575"/>
                <a:gd name="T81" fmla="*/ 0 h 159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75" h="1591">
                  <a:moveTo>
                    <a:pt x="77" y="384"/>
                  </a:moveTo>
                  <a:lnTo>
                    <a:pt x="131" y="461"/>
                  </a:lnTo>
                  <a:lnTo>
                    <a:pt x="44" y="533"/>
                  </a:lnTo>
                  <a:lnTo>
                    <a:pt x="0" y="620"/>
                  </a:lnTo>
                  <a:lnTo>
                    <a:pt x="102" y="701"/>
                  </a:lnTo>
                  <a:lnTo>
                    <a:pt x="181" y="894"/>
                  </a:lnTo>
                  <a:lnTo>
                    <a:pt x="259" y="984"/>
                  </a:lnTo>
                  <a:lnTo>
                    <a:pt x="357" y="966"/>
                  </a:lnTo>
                  <a:lnTo>
                    <a:pt x="406" y="1019"/>
                  </a:lnTo>
                  <a:lnTo>
                    <a:pt x="459" y="1034"/>
                  </a:lnTo>
                  <a:lnTo>
                    <a:pt x="474" y="1091"/>
                  </a:lnTo>
                  <a:lnTo>
                    <a:pt x="496" y="1172"/>
                  </a:lnTo>
                  <a:lnTo>
                    <a:pt x="514" y="1181"/>
                  </a:lnTo>
                  <a:lnTo>
                    <a:pt x="513" y="1199"/>
                  </a:lnTo>
                  <a:lnTo>
                    <a:pt x="535" y="1190"/>
                  </a:lnTo>
                  <a:lnTo>
                    <a:pt x="538" y="1209"/>
                  </a:lnTo>
                  <a:lnTo>
                    <a:pt x="555" y="1224"/>
                  </a:lnTo>
                  <a:lnTo>
                    <a:pt x="562" y="1248"/>
                  </a:lnTo>
                  <a:lnTo>
                    <a:pt x="580" y="1248"/>
                  </a:lnTo>
                  <a:lnTo>
                    <a:pt x="613" y="1284"/>
                  </a:lnTo>
                  <a:lnTo>
                    <a:pt x="747" y="1394"/>
                  </a:lnTo>
                  <a:lnTo>
                    <a:pt x="708" y="1490"/>
                  </a:lnTo>
                  <a:lnTo>
                    <a:pt x="877" y="1591"/>
                  </a:lnTo>
                  <a:lnTo>
                    <a:pt x="984" y="1509"/>
                  </a:lnTo>
                  <a:lnTo>
                    <a:pt x="970" y="1399"/>
                  </a:lnTo>
                  <a:lnTo>
                    <a:pt x="986" y="1232"/>
                  </a:lnTo>
                  <a:lnTo>
                    <a:pt x="1080" y="1159"/>
                  </a:lnTo>
                  <a:lnTo>
                    <a:pt x="1255" y="1099"/>
                  </a:lnTo>
                  <a:lnTo>
                    <a:pt x="1410" y="1144"/>
                  </a:lnTo>
                  <a:lnTo>
                    <a:pt x="1485" y="1194"/>
                  </a:lnTo>
                  <a:lnTo>
                    <a:pt x="1575" y="1189"/>
                  </a:lnTo>
                  <a:lnTo>
                    <a:pt x="1500" y="1059"/>
                  </a:lnTo>
                  <a:lnTo>
                    <a:pt x="1465" y="979"/>
                  </a:lnTo>
                  <a:lnTo>
                    <a:pt x="1510" y="909"/>
                  </a:lnTo>
                  <a:lnTo>
                    <a:pt x="1465" y="814"/>
                  </a:lnTo>
                  <a:lnTo>
                    <a:pt x="1480" y="695"/>
                  </a:lnTo>
                  <a:lnTo>
                    <a:pt x="1410" y="610"/>
                  </a:lnTo>
                  <a:lnTo>
                    <a:pt x="1360" y="490"/>
                  </a:lnTo>
                  <a:lnTo>
                    <a:pt x="1285" y="425"/>
                  </a:lnTo>
                  <a:lnTo>
                    <a:pt x="1260" y="290"/>
                  </a:lnTo>
                  <a:lnTo>
                    <a:pt x="1110" y="335"/>
                  </a:lnTo>
                  <a:lnTo>
                    <a:pt x="1080" y="260"/>
                  </a:lnTo>
                  <a:lnTo>
                    <a:pt x="970" y="145"/>
                  </a:lnTo>
                  <a:lnTo>
                    <a:pt x="805" y="215"/>
                  </a:lnTo>
                  <a:lnTo>
                    <a:pt x="676" y="185"/>
                  </a:lnTo>
                  <a:lnTo>
                    <a:pt x="556" y="40"/>
                  </a:lnTo>
                  <a:lnTo>
                    <a:pt x="431" y="0"/>
                  </a:lnTo>
                  <a:lnTo>
                    <a:pt x="286" y="70"/>
                  </a:lnTo>
                  <a:lnTo>
                    <a:pt x="196" y="185"/>
                  </a:lnTo>
                  <a:lnTo>
                    <a:pt x="106" y="185"/>
                  </a:lnTo>
                  <a:lnTo>
                    <a:pt x="126" y="263"/>
                  </a:lnTo>
                  <a:lnTo>
                    <a:pt x="77" y="384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9C20B4-FBB0-A6E6-2ED7-F567D6A3C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5374" y="970898"/>
              <a:ext cx="1119188" cy="836613"/>
            </a:xfrm>
            <a:custGeom>
              <a:avLst/>
              <a:gdLst>
                <a:gd name="T0" fmla="*/ 0 w 3525"/>
                <a:gd name="T1" fmla="*/ 0 h 2636"/>
                <a:gd name="T2" fmla="*/ 0 w 3525"/>
                <a:gd name="T3" fmla="*/ 0 h 2636"/>
                <a:gd name="T4" fmla="*/ 0 w 3525"/>
                <a:gd name="T5" fmla="*/ 0 h 2636"/>
                <a:gd name="T6" fmla="*/ 0 w 3525"/>
                <a:gd name="T7" fmla="*/ 0 h 2636"/>
                <a:gd name="T8" fmla="*/ 0 w 3525"/>
                <a:gd name="T9" fmla="*/ 0 h 2636"/>
                <a:gd name="T10" fmla="*/ 0 w 3525"/>
                <a:gd name="T11" fmla="*/ 0 h 2636"/>
                <a:gd name="T12" fmla="*/ 0 w 3525"/>
                <a:gd name="T13" fmla="*/ 0 h 2636"/>
                <a:gd name="T14" fmla="*/ 0 w 3525"/>
                <a:gd name="T15" fmla="*/ 0 h 2636"/>
                <a:gd name="T16" fmla="*/ 0 w 3525"/>
                <a:gd name="T17" fmla="*/ 0 h 2636"/>
                <a:gd name="T18" fmla="*/ 0 w 3525"/>
                <a:gd name="T19" fmla="*/ 0 h 2636"/>
                <a:gd name="T20" fmla="*/ 0 w 3525"/>
                <a:gd name="T21" fmla="*/ 0 h 2636"/>
                <a:gd name="T22" fmla="*/ 0 w 3525"/>
                <a:gd name="T23" fmla="*/ 0 h 2636"/>
                <a:gd name="T24" fmla="*/ 0 w 3525"/>
                <a:gd name="T25" fmla="*/ 0 h 2636"/>
                <a:gd name="T26" fmla="*/ 0 w 3525"/>
                <a:gd name="T27" fmla="*/ 0 h 2636"/>
                <a:gd name="T28" fmla="*/ 0 w 3525"/>
                <a:gd name="T29" fmla="*/ 0 h 2636"/>
                <a:gd name="T30" fmla="*/ 0 w 3525"/>
                <a:gd name="T31" fmla="*/ 0 h 2636"/>
                <a:gd name="T32" fmla="*/ 0 w 3525"/>
                <a:gd name="T33" fmla="*/ 0 h 2636"/>
                <a:gd name="T34" fmla="*/ 0 w 3525"/>
                <a:gd name="T35" fmla="*/ 0 h 2636"/>
                <a:gd name="T36" fmla="*/ 0 w 3525"/>
                <a:gd name="T37" fmla="*/ 0 h 2636"/>
                <a:gd name="T38" fmla="*/ 0 w 3525"/>
                <a:gd name="T39" fmla="*/ 0 h 2636"/>
                <a:gd name="T40" fmla="*/ 0 w 3525"/>
                <a:gd name="T41" fmla="*/ 0 h 2636"/>
                <a:gd name="T42" fmla="*/ 0 w 3525"/>
                <a:gd name="T43" fmla="*/ 0 h 2636"/>
                <a:gd name="T44" fmla="*/ 0 w 3525"/>
                <a:gd name="T45" fmla="*/ 0 h 2636"/>
                <a:gd name="T46" fmla="*/ 0 w 3525"/>
                <a:gd name="T47" fmla="*/ 0 h 2636"/>
                <a:gd name="T48" fmla="*/ 0 w 3525"/>
                <a:gd name="T49" fmla="*/ 0 h 2636"/>
                <a:gd name="T50" fmla="*/ 0 w 3525"/>
                <a:gd name="T51" fmla="*/ 0 h 2636"/>
                <a:gd name="T52" fmla="*/ 0 w 3525"/>
                <a:gd name="T53" fmla="*/ 0 h 2636"/>
                <a:gd name="T54" fmla="*/ 0 w 3525"/>
                <a:gd name="T55" fmla="*/ 0 h 2636"/>
                <a:gd name="T56" fmla="*/ 0 w 3525"/>
                <a:gd name="T57" fmla="*/ 0 h 2636"/>
                <a:gd name="T58" fmla="*/ 0 w 3525"/>
                <a:gd name="T59" fmla="*/ 0 h 2636"/>
                <a:gd name="T60" fmla="*/ 0 w 3525"/>
                <a:gd name="T61" fmla="*/ 0 h 2636"/>
                <a:gd name="T62" fmla="*/ 0 w 3525"/>
                <a:gd name="T63" fmla="*/ 0 h 26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525" h="2636">
                  <a:moveTo>
                    <a:pt x="1242" y="2636"/>
                  </a:moveTo>
                  <a:lnTo>
                    <a:pt x="408" y="2156"/>
                  </a:lnTo>
                  <a:lnTo>
                    <a:pt x="440" y="1785"/>
                  </a:lnTo>
                  <a:lnTo>
                    <a:pt x="363" y="1427"/>
                  </a:lnTo>
                  <a:lnTo>
                    <a:pt x="576" y="1256"/>
                  </a:lnTo>
                  <a:lnTo>
                    <a:pt x="704" y="1096"/>
                  </a:lnTo>
                  <a:lnTo>
                    <a:pt x="560" y="1032"/>
                  </a:lnTo>
                  <a:lnTo>
                    <a:pt x="557" y="827"/>
                  </a:lnTo>
                  <a:lnTo>
                    <a:pt x="456" y="852"/>
                  </a:lnTo>
                  <a:lnTo>
                    <a:pt x="364" y="776"/>
                  </a:lnTo>
                  <a:lnTo>
                    <a:pt x="254" y="626"/>
                  </a:lnTo>
                  <a:lnTo>
                    <a:pt x="0" y="581"/>
                  </a:lnTo>
                  <a:lnTo>
                    <a:pt x="29" y="416"/>
                  </a:lnTo>
                  <a:lnTo>
                    <a:pt x="184" y="316"/>
                  </a:lnTo>
                  <a:lnTo>
                    <a:pt x="329" y="146"/>
                  </a:lnTo>
                  <a:lnTo>
                    <a:pt x="644" y="102"/>
                  </a:lnTo>
                  <a:lnTo>
                    <a:pt x="917" y="0"/>
                  </a:lnTo>
                  <a:lnTo>
                    <a:pt x="1115" y="41"/>
                  </a:lnTo>
                  <a:lnTo>
                    <a:pt x="1272" y="2"/>
                  </a:lnTo>
                  <a:lnTo>
                    <a:pt x="1311" y="119"/>
                  </a:lnTo>
                  <a:lnTo>
                    <a:pt x="1904" y="526"/>
                  </a:lnTo>
                  <a:lnTo>
                    <a:pt x="1934" y="672"/>
                  </a:lnTo>
                  <a:lnTo>
                    <a:pt x="2178" y="747"/>
                  </a:lnTo>
                  <a:lnTo>
                    <a:pt x="2209" y="886"/>
                  </a:lnTo>
                  <a:lnTo>
                    <a:pt x="2564" y="842"/>
                  </a:lnTo>
                  <a:lnTo>
                    <a:pt x="2675" y="705"/>
                  </a:lnTo>
                  <a:lnTo>
                    <a:pt x="2927" y="690"/>
                  </a:lnTo>
                  <a:lnTo>
                    <a:pt x="3104" y="602"/>
                  </a:lnTo>
                  <a:lnTo>
                    <a:pt x="3215" y="675"/>
                  </a:lnTo>
                  <a:lnTo>
                    <a:pt x="3410" y="722"/>
                  </a:lnTo>
                  <a:lnTo>
                    <a:pt x="3525" y="866"/>
                  </a:lnTo>
                  <a:lnTo>
                    <a:pt x="3440" y="1118"/>
                  </a:lnTo>
                  <a:lnTo>
                    <a:pt x="3423" y="1383"/>
                  </a:lnTo>
                  <a:lnTo>
                    <a:pt x="3315" y="1412"/>
                  </a:lnTo>
                  <a:lnTo>
                    <a:pt x="3200" y="1485"/>
                  </a:lnTo>
                  <a:lnTo>
                    <a:pt x="3210" y="1632"/>
                  </a:lnTo>
                  <a:lnTo>
                    <a:pt x="3108" y="1722"/>
                  </a:lnTo>
                  <a:lnTo>
                    <a:pt x="2999" y="1706"/>
                  </a:lnTo>
                  <a:lnTo>
                    <a:pt x="2869" y="1751"/>
                  </a:lnTo>
                  <a:lnTo>
                    <a:pt x="2959" y="1936"/>
                  </a:lnTo>
                  <a:lnTo>
                    <a:pt x="2879" y="1976"/>
                  </a:lnTo>
                  <a:lnTo>
                    <a:pt x="2894" y="2101"/>
                  </a:lnTo>
                  <a:lnTo>
                    <a:pt x="3109" y="2156"/>
                  </a:lnTo>
                  <a:lnTo>
                    <a:pt x="3104" y="2311"/>
                  </a:lnTo>
                  <a:lnTo>
                    <a:pt x="3194" y="2461"/>
                  </a:lnTo>
                  <a:lnTo>
                    <a:pt x="3004" y="2566"/>
                  </a:lnTo>
                  <a:lnTo>
                    <a:pt x="2909" y="2626"/>
                  </a:lnTo>
                  <a:lnTo>
                    <a:pt x="2834" y="2581"/>
                  </a:lnTo>
                  <a:lnTo>
                    <a:pt x="2804" y="2486"/>
                  </a:lnTo>
                  <a:lnTo>
                    <a:pt x="2719" y="2491"/>
                  </a:lnTo>
                  <a:lnTo>
                    <a:pt x="2624" y="2576"/>
                  </a:lnTo>
                  <a:lnTo>
                    <a:pt x="2600" y="2442"/>
                  </a:lnTo>
                  <a:lnTo>
                    <a:pt x="2450" y="2487"/>
                  </a:lnTo>
                  <a:lnTo>
                    <a:pt x="2418" y="2408"/>
                  </a:lnTo>
                  <a:lnTo>
                    <a:pt x="2309" y="2297"/>
                  </a:lnTo>
                  <a:lnTo>
                    <a:pt x="2141" y="2366"/>
                  </a:lnTo>
                  <a:lnTo>
                    <a:pt x="2013" y="2336"/>
                  </a:lnTo>
                  <a:lnTo>
                    <a:pt x="1895" y="2190"/>
                  </a:lnTo>
                  <a:lnTo>
                    <a:pt x="1770" y="2150"/>
                  </a:lnTo>
                  <a:lnTo>
                    <a:pt x="1625" y="2222"/>
                  </a:lnTo>
                  <a:lnTo>
                    <a:pt x="1536" y="2336"/>
                  </a:lnTo>
                  <a:lnTo>
                    <a:pt x="1446" y="2337"/>
                  </a:lnTo>
                  <a:lnTo>
                    <a:pt x="1469" y="2412"/>
                  </a:lnTo>
                  <a:lnTo>
                    <a:pt x="1416" y="2532"/>
                  </a:lnTo>
                  <a:lnTo>
                    <a:pt x="1242" y="2636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0039C9F-ABBB-377A-38C9-BE2BFD681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599" y="1775761"/>
              <a:ext cx="476250" cy="500063"/>
            </a:xfrm>
            <a:custGeom>
              <a:avLst/>
              <a:gdLst>
                <a:gd name="T0" fmla="*/ 0 w 1502"/>
                <a:gd name="T1" fmla="*/ 0 h 1576"/>
                <a:gd name="T2" fmla="*/ 0 w 1502"/>
                <a:gd name="T3" fmla="*/ 0 h 1576"/>
                <a:gd name="T4" fmla="*/ 0 w 1502"/>
                <a:gd name="T5" fmla="*/ 0 h 1576"/>
                <a:gd name="T6" fmla="*/ 0 w 1502"/>
                <a:gd name="T7" fmla="*/ 0 h 1576"/>
                <a:gd name="T8" fmla="*/ 0 w 1502"/>
                <a:gd name="T9" fmla="*/ 0 h 1576"/>
                <a:gd name="T10" fmla="*/ 0 w 1502"/>
                <a:gd name="T11" fmla="*/ 0 h 1576"/>
                <a:gd name="T12" fmla="*/ 0 w 1502"/>
                <a:gd name="T13" fmla="*/ 0 h 1576"/>
                <a:gd name="T14" fmla="*/ 0 w 1502"/>
                <a:gd name="T15" fmla="*/ 0 h 1576"/>
                <a:gd name="T16" fmla="*/ 0 w 1502"/>
                <a:gd name="T17" fmla="*/ 0 h 1576"/>
                <a:gd name="T18" fmla="*/ 0 w 1502"/>
                <a:gd name="T19" fmla="*/ 0 h 1576"/>
                <a:gd name="T20" fmla="*/ 0 w 1502"/>
                <a:gd name="T21" fmla="*/ 0 h 1576"/>
                <a:gd name="T22" fmla="*/ 0 w 1502"/>
                <a:gd name="T23" fmla="*/ 0 h 1576"/>
                <a:gd name="T24" fmla="*/ 0 w 1502"/>
                <a:gd name="T25" fmla="*/ 0 h 1576"/>
                <a:gd name="T26" fmla="*/ 0 w 1502"/>
                <a:gd name="T27" fmla="*/ 0 h 1576"/>
                <a:gd name="T28" fmla="*/ 0 w 1502"/>
                <a:gd name="T29" fmla="*/ 0 h 1576"/>
                <a:gd name="T30" fmla="*/ 0 w 1502"/>
                <a:gd name="T31" fmla="*/ 0 h 1576"/>
                <a:gd name="T32" fmla="*/ 0 w 1502"/>
                <a:gd name="T33" fmla="*/ 0 h 1576"/>
                <a:gd name="T34" fmla="*/ 0 w 1502"/>
                <a:gd name="T35" fmla="*/ 0 h 1576"/>
                <a:gd name="T36" fmla="*/ 0 w 1502"/>
                <a:gd name="T37" fmla="*/ 0 h 1576"/>
                <a:gd name="T38" fmla="*/ 0 w 1502"/>
                <a:gd name="T39" fmla="*/ 0 h 1576"/>
                <a:gd name="T40" fmla="*/ 0 w 1502"/>
                <a:gd name="T41" fmla="*/ 0 h 1576"/>
                <a:gd name="T42" fmla="*/ 0 w 1502"/>
                <a:gd name="T43" fmla="*/ 0 h 1576"/>
                <a:gd name="T44" fmla="*/ 0 w 1502"/>
                <a:gd name="T45" fmla="*/ 0 h 1576"/>
                <a:gd name="T46" fmla="*/ 0 w 1502"/>
                <a:gd name="T47" fmla="*/ 0 h 1576"/>
                <a:gd name="T48" fmla="*/ 0 w 1502"/>
                <a:gd name="T49" fmla="*/ 0 h 1576"/>
                <a:gd name="T50" fmla="*/ 0 w 1502"/>
                <a:gd name="T51" fmla="*/ 0 h 1576"/>
                <a:gd name="T52" fmla="*/ 0 w 1502"/>
                <a:gd name="T53" fmla="*/ 0 h 1576"/>
                <a:gd name="T54" fmla="*/ 0 w 1502"/>
                <a:gd name="T55" fmla="*/ 0 h 1576"/>
                <a:gd name="T56" fmla="*/ 0 w 1502"/>
                <a:gd name="T57" fmla="*/ 0 h 1576"/>
                <a:gd name="T58" fmla="*/ 0 w 1502"/>
                <a:gd name="T59" fmla="*/ 0 h 1576"/>
                <a:gd name="T60" fmla="*/ 0 w 1502"/>
                <a:gd name="T61" fmla="*/ 0 h 1576"/>
                <a:gd name="T62" fmla="*/ 0 w 1502"/>
                <a:gd name="T63" fmla="*/ 0 h 1576"/>
                <a:gd name="T64" fmla="*/ 0 w 1502"/>
                <a:gd name="T65" fmla="*/ 0 h 1576"/>
                <a:gd name="T66" fmla="*/ 0 w 1502"/>
                <a:gd name="T67" fmla="*/ 0 h 1576"/>
                <a:gd name="T68" fmla="*/ 0 w 1502"/>
                <a:gd name="T69" fmla="*/ 0 h 15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02" h="1576">
                  <a:moveTo>
                    <a:pt x="556" y="242"/>
                  </a:moveTo>
                  <a:lnTo>
                    <a:pt x="431" y="312"/>
                  </a:lnTo>
                  <a:lnTo>
                    <a:pt x="346" y="417"/>
                  </a:lnTo>
                  <a:lnTo>
                    <a:pt x="391" y="537"/>
                  </a:lnTo>
                  <a:lnTo>
                    <a:pt x="326" y="657"/>
                  </a:lnTo>
                  <a:lnTo>
                    <a:pt x="376" y="767"/>
                  </a:lnTo>
                  <a:lnTo>
                    <a:pt x="241" y="811"/>
                  </a:lnTo>
                  <a:lnTo>
                    <a:pt x="76" y="1061"/>
                  </a:lnTo>
                  <a:lnTo>
                    <a:pt x="0" y="1292"/>
                  </a:lnTo>
                  <a:lnTo>
                    <a:pt x="76" y="1376"/>
                  </a:lnTo>
                  <a:lnTo>
                    <a:pt x="317" y="1406"/>
                  </a:lnTo>
                  <a:lnTo>
                    <a:pt x="476" y="1361"/>
                  </a:lnTo>
                  <a:lnTo>
                    <a:pt x="611" y="1436"/>
                  </a:lnTo>
                  <a:lnTo>
                    <a:pt x="626" y="1576"/>
                  </a:lnTo>
                  <a:lnTo>
                    <a:pt x="790" y="1481"/>
                  </a:lnTo>
                  <a:lnTo>
                    <a:pt x="925" y="1486"/>
                  </a:lnTo>
                  <a:lnTo>
                    <a:pt x="1020" y="1541"/>
                  </a:lnTo>
                  <a:lnTo>
                    <a:pt x="1095" y="1436"/>
                  </a:lnTo>
                  <a:lnTo>
                    <a:pt x="1106" y="1320"/>
                  </a:lnTo>
                  <a:lnTo>
                    <a:pt x="1274" y="1331"/>
                  </a:lnTo>
                  <a:lnTo>
                    <a:pt x="1300" y="1231"/>
                  </a:lnTo>
                  <a:lnTo>
                    <a:pt x="1364" y="1127"/>
                  </a:lnTo>
                  <a:lnTo>
                    <a:pt x="1451" y="1158"/>
                  </a:lnTo>
                  <a:lnTo>
                    <a:pt x="1502" y="1154"/>
                  </a:lnTo>
                  <a:lnTo>
                    <a:pt x="1484" y="998"/>
                  </a:lnTo>
                  <a:lnTo>
                    <a:pt x="1424" y="976"/>
                  </a:lnTo>
                  <a:lnTo>
                    <a:pt x="1394" y="926"/>
                  </a:lnTo>
                  <a:lnTo>
                    <a:pt x="1388" y="907"/>
                  </a:lnTo>
                  <a:lnTo>
                    <a:pt x="1357" y="899"/>
                  </a:lnTo>
                  <a:lnTo>
                    <a:pt x="1345" y="883"/>
                  </a:lnTo>
                  <a:lnTo>
                    <a:pt x="1339" y="865"/>
                  </a:lnTo>
                  <a:lnTo>
                    <a:pt x="1328" y="844"/>
                  </a:lnTo>
                  <a:lnTo>
                    <a:pt x="1313" y="850"/>
                  </a:lnTo>
                  <a:lnTo>
                    <a:pt x="1300" y="847"/>
                  </a:lnTo>
                  <a:lnTo>
                    <a:pt x="1297" y="818"/>
                  </a:lnTo>
                  <a:lnTo>
                    <a:pt x="1309" y="812"/>
                  </a:lnTo>
                  <a:lnTo>
                    <a:pt x="1334" y="808"/>
                  </a:lnTo>
                  <a:lnTo>
                    <a:pt x="1355" y="806"/>
                  </a:lnTo>
                  <a:lnTo>
                    <a:pt x="1364" y="788"/>
                  </a:lnTo>
                  <a:lnTo>
                    <a:pt x="1348" y="706"/>
                  </a:lnTo>
                  <a:lnTo>
                    <a:pt x="1330" y="650"/>
                  </a:lnTo>
                  <a:lnTo>
                    <a:pt x="1274" y="635"/>
                  </a:lnTo>
                  <a:lnTo>
                    <a:pt x="1226" y="583"/>
                  </a:lnTo>
                  <a:lnTo>
                    <a:pt x="1133" y="599"/>
                  </a:lnTo>
                  <a:lnTo>
                    <a:pt x="1045" y="499"/>
                  </a:lnTo>
                  <a:lnTo>
                    <a:pt x="970" y="317"/>
                  </a:lnTo>
                  <a:lnTo>
                    <a:pt x="870" y="237"/>
                  </a:lnTo>
                  <a:lnTo>
                    <a:pt x="910" y="152"/>
                  </a:lnTo>
                  <a:lnTo>
                    <a:pt x="1000" y="77"/>
                  </a:lnTo>
                  <a:lnTo>
                    <a:pt x="946" y="0"/>
                  </a:lnTo>
                  <a:lnTo>
                    <a:pt x="773" y="103"/>
                  </a:lnTo>
                  <a:lnTo>
                    <a:pt x="706" y="222"/>
                  </a:lnTo>
                  <a:lnTo>
                    <a:pt x="556" y="242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4CF190B-2F21-DAAC-480F-54F1819DB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174" y="2432986"/>
              <a:ext cx="935038" cy="719138"/>
            </a:xfrm>
            <a:custGeom>
              <a:avLst/>
              <a:gdLst>
                <a:gd name="T0" fmla="*/ 0 w 2946"/>
                <a:gd name="T1" fmla="*/ 0 h 2265"/>
                <a:gd name="T2" fmla="*/ 0 w 2946"/>
                <a:gd name="T3" fmla="*/ 0 h 2265"/>
                <a:gd name="T4" fmla="*/ 0 w 2946"/>
                <a:gd name="T5" fmla="*/ 0 h 2265"/>
                <a:gd name="T6" fmla="*/ 0 w 2946"/>
                <a:gd name="T7" fmla="*/ 0 h 2265"/>
                <a:gd name="T8" fmla="*/ 0 w 2946"/>
                <a:gd name="T9" fmla="*/ 0 h 2265"/>
                <a:gd name="T10" fmla="*/ 0 w 2946"/>
                <a:gd name="T11" fmla="*/ 0 h 2265"/>
                <a:gd name="T12" fmla="*/ 0 w 2946"/>
                <a:gd name="T13" fmla="*/ 0 h 2265"/>
                <a:gd name="T14" fmla="*/ 0 w 2946"/>
                <a:gd name="T15" fmla="*/ 0 h 2265"/>
                <a:gd name="T16" fmla="*/ 0 w 2946"/>
                <a:gd name="T17" fmla="*/ 0 h 2265"/>
                <a:gd name="T18" fmla="*/ 0 w 2946"/>
                <a:gd name="T19" fmla="*/ 0 h 2265"/>
                <a:gd name="T20" fmla="*/ 0 w 2946"/>
                <a:gd name="T21" fmla="*/ 0 h 2265"/>
                <a:gd name="T22" fmla="*/ 0 w 2946"/>
                <a:gd name="T23" fmla="*/ 0 h 2265"/>
                <a:gd name="T24" fmla="*/ 0 w 2946"/>
                <a:gd name="T25" fmla="*/ 0 h 2265"/>
                <a:gd name="T26" fmla="*/ 0 w 2946"/>
                <a:gd name="T27" fmla="*/ 0 h 2265"/>
                <a:gd name="T28" fmla="*/ 0 w 2946"/>
                <a:gd name="T29" fmla="*/ 0 h 2265"/>
                <a:gd name="T30" fmla="*/ 0 w 2946"/>
                <a:gd name="T31" fmla="*/ 0 h 2265"/>
                <a:gd name="T32" fmla="*/ 0 w 2946"/>
                <a:gd name="T33" fmla="*/ 0 h 2265"/>
                <a:gd name="T34" fmla="*/ 0 w 2946"/>
                <a:gd name="T35" fmla="*/ 0 h 2265"/>
                <a:gd name="T36" fmla="*/ 0 w 2946"/>
                <a:gd name="T37" fmla="*/ 0 h 2265"/>
                <a:gd name="T38" fmla="*/ 0 w 2946"/>
                <a:gd name="T39" fmla="*/ 0 h 2265"/>
                <a:gd name="T40" fmla="*/ 0 w 2946"/>
                <a:gd name="T41" fmla="*/ 0 h 2265"/>
                <a:gd name="T42" fmla="*/ 0 w 2946"/>
                <a:gd name="T43" fmla="*/ 0 h 2265"/>
                <a:gd name="T44" fmla="*/ 0 w 2946"/>
                <a:gd name="T45" fmla="*/ 0 h 2265"/>
                <a:gd name="T46" fmla="*/ 0 w 2946"/>
                <a:gd name="T47" fmla="*/ 0 h 2265"/>
                <a:gd name="T48" fmla="*/ 0 w 2946"/>
                <a:gd name="T49" fmla="*/ 0 h 2265"/>
                <a:gd name="T50" fmla="*/ 0 w 2946"/>
                <a:gd name="T51" fmla="*/ 0 h 2265"/>
                <a:gd name="T52" fmla="*/ 0 w 2946"/>
                <a:gd name="T53" fmla="*/ 0 h 2265"/>
                <a:gd name="T54" fmla="*/ 0 w 2946"/>
                <a:gd name="T55" fmla="*/ 0 h 2265"/>
                <a:gd name="T56" fmla="*/ 0 w 2946"/>
                <a:gd name="T57" fmla="*/ 0 h 2265"/>
                <a:gd name="T58" fmla="*/ 0 w 2946"/>
                <a:gd name="T59" fmla="*/ 0 h 2265"/>
                <a:gd name="T60" fmla="*/ 0 w 2946"/>
                <a:gd name="T61" fmla="*/ 0 h 2265"/>
                <a:gd name="T62" fmla="*/ 0 w 2946"/>
                <a:gd name="T63" fmla="*/ 0 h 2265"/>
                <a:gd name="T64" fmla="*/ 0 w 2946"/>
                <a:gd name="T65" fmla="*/ 0 h 2265"/>
                <a:gd name="T66" fmla="*/ 0 w 2946"/>
                <a:gd name="T67" fmla="*/ 0 h 2265"/>
                <a:gd name="T68" fmla="*/ 0 w 2946"/>
                <a:gd name="T69" fmla="*/ 0 h 2265"/>
                <a:gd name="T70" fmla="*/ 0 w 2946"/>
                <a:gd name="T71" fmla="*/ 0 h 2265"/>
                <a:gd name="T72" fmla="*/ 0 w 2946"/>
                <a:gd name="T73" fmla="*/ 0 h 2265"/>
                <a:gd name="T74" fmla="*/ 0 w 2946"/>
                <a:gd name="T75" fmla="*/ 0 h 2265"/>
                <a:gd name="T76" fmla="*/ 0 w 2946"/>
                <a:gd name="T77" fmla="*/ 0 h 2265"/>
                <a:gd name="T78" fmla="*/ 0 w 2946"/>
                <a:gd name="T79" fmla="*/ 0 h 2265"/>
                <a:gd name="T80" fmla="*/ 0 w 2946"/>
                <a:gd name="T81" fmla="*/ 0 h 2265"/>
                <a:gd name="T82" fmla="*/ 0 w 2946"/>
                <a:gd name="T83" fmla="*/ 0 h 2265"/>
                <a:gd name="T84" fmla="*/ 0 w 2946"/>
                <a:gd name="T85" fmla="*/ 0 h 2265"/>
                <a:gd name="T86" fmla="*/ 0 w 2946"/>
                <a:gd name="T87" fmla="*/ 0 h 2265"/>
                <a:gd name="T88" fmla="*/ 0 w 2946"/>
                <a:gd name="T89" fmla="*/ 0 h 2265"/>
                <a:gd name="T90" fmla="*/ 0 w 2946"/>
                <a:gd name="T91" fmla="*/ 0 h 2265"/>
                <a:gd name="T92" fmla="*/ 0 w 2946"/>
                <a:gd name="T93" fmla="*/ 0 h 2265"/>
                <a:gd name="T94" fmla="*/ 0 w 2946"/>
                <a:gd name="T95" fmla="*/ 0 h 2265"/>
                <a:gd name="T96" fmla="*/ 0 w 2946"/>
                <a:gd name="T97" fmla="*/ 0 h 2265"/>
                <a:gd name="T98" fmla="*/ 0 w 2946"/>
                <a:gd name="T99" fmla="*/ 0 h 2265"/>
                <a:gd name="T100" fmla="*/ 0 w 2946"/>
                <a:gd name="T101" fmla="*/ 0 h 2265"/>
                <a:gd name="T102" fmla="*/ 0 w 2946"/>
                <a:gd name="T103" fmla="*/ 0 h 2265"/>
                <a:gd name="T104" fmla="*/ 0 w 2946"/>
                <a:gd name="T105" fmla="*/ 0 h 2265"/>
                <a:gd name="T106" fmla="*/ 0 w 2946"/>
                <a:gd name="T107" fmla="*/ 0 h 2265"/>
                <a:gd name="T108" fmla="*/ 0 w 2946"/>
                <a:gd name="T109" fmla="*/ 0 h 2265"/>
                <a:gd name="T110" fmla="*/ 0 w 2946"/>
                <a:gd name="T111" fmla="*/ 0 h 2265"/>
                <a:gd name="T112" fmla="*/ 0 w 2946"/>
                <a:gd name="T113" fmla="*/ 0 h 226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946" h="2265">
                  <a:moveTo>
                    <a:pt x="95" y="1614"/>
                  </a:moveTo>
                  <a:lnTo>
                    <a:pt x="0" y="1224"/>
                  </a:lnTo>
                  <a:lnTo>
                    <a:pt x="36" y="955"/>
                  </a:lnTo>
                  <a:lnTo>
                    <a:pt x="140" y="900"/>
                  </a:lnTo>
                  <a:lnTo>
                    <a:pt x="275" y="825"/>
                  </a:lnTo>
                  <a:lnTo>
                    <a:pt x="380" y="895"/>
                  </a:lnTo>
                  <a:lnTo>
                    <a:pt x="575" y="880"/>
                  </a:lnTo>
                  <a:lnTo>
                    <a:pt x="770" y="850"/>
                  </a:lnTo>
                  <a:lnTo>
                    <a:pt x="980" y="780"/>
                  </a:lnTo>
                  <a:lnTo>
                    <a:pt x="1115" y="790"/>
                  </a:lnTo>
                  <a:lnTo>
                    <a:pt x="1400" y="670"/>
                  </a:lnTo>
                  <a:lnTo>
                    <a:pt x="1566" y="715"/>
                  </a:lnTo>
                  <a:lnTo>
                    <a:pt x="1696" y="655"/>
                  </a:lnTo>
                  <a:lnTo>
                    <a:pt x="1846" y="690"/>
                  </a:lnTo>
                  <a:lnTo>
                    <a:pt x="1951" y="540"/>
                  </a:lnTo>
                  <a:lnTo>
                    <a:pt x="2041" y="400"/>
                  </a:lnTo>
                  <a:lnTo>
                    <a:pt x="2166" y="285"/>
                  </a:lnTo>
                  <a:lnTo>
                    <a:pt x="2359" y="202"/>
                  </a:lnTo>
                  <a:lnTo>
                    <a:pt x="2556" y="85"/>
                  </a:lnTo>
                  <a:lnTo>
                    <a:pt x="2746" y="40"/>
                  </a:lnTo>
                  <a:lnTo>
                    <a:pt x="2901" y="0"/>
                  </a:lnTo>
                  <a:lnTo>
                    <a:pt x="2851" y="175"/>
                  </a:lnTo>
                  <a:lnTo>
                    <a:pt x="2946" y="374"/>
                  </a:lnTo>
                  <a:lnTo>
                    <a:pt x="2731" y="430"/>
                  </a:lnTo>
                  <a:lnTo>
                    <a:pt x="2626" y="584"/>
                  </a:lnTo>
                  <a:lnTo>
                    <a:pt x="2463" y="640"/>
                  </a:lnTo>
                  <a:lnTo>
                    <a:pt x="2301" y="795"/>
                  </a:lnTo>
                  <a:lnTo>
                    <a:pt x="2291" y="870"/>
                  </a:lnTo>
                  <a:lnTo>
                    <a:pt x="2244" y="951"/>
                  </a:lnTo>
                  <a:lnTo>
                    <a:pt x="2195" y="910"/>
                  </a:lnTo>
                  <a:lnTo>
                    <a:pt x="2077" y="1066"/>
                  </a:lnTo>
                  <a:lnTo>
                    <a:pt x="2076" y="1240"/>
                  </a:lnTo>
                  <a:lnTo>
                    <a:pt x="1876" y="1304"/>
                  </a:lnTo>
                  <a:lnTo>
                    <a:pt x="1761" y="1449"/>
                  </a:lnTo>
                  <a:lnTo>
                    <a:pt x="1836" y="1599"/>
                  </a:lnTo>
                  <a:lnTo>
                    <a:pt x="1764" y="1776"/>
                  </a:lnTo>
                  <a:lnTo>
                    <a:pt x="1665" y="1945"/>
                  </a:lnTo>
                  <a:lnTo>
                    <a:pt x="1681" y="2124"/>
                  </a:lnTo>
                  <a:lnTo>
                    <a:pt x="1551" y="2109"/>
                  </a:lnTo>
                  <a:lnTo>
                    <a:pt x="1486" y="2204"/>
                  </a:lnTo>
                  <a:lnTo>
                    <a:pt x="1356" y="2265"/>
                  </a:lnTo>
                  <a:lnTo>
                    <a:pt x="1269" y="2079"/>
                  </a:lnTo>
                  <a:lnTo>
                    <a:pt x="1289" y="1932"/>
                  </a:lnTo>
                  <a:lnTo>
                    <a:pt x="1320" y="1906"/>
                  </a:lnTo>
                  <a:lnTo>
                    <a:pt x="1389" y="1954"/>
                  </a:lnTo>
                  <a:lnTo>
                    <a:pt x="1422" y="1945"/>
                  </a:lnTo>
                  <a:lnTo>
                    <a:pt x="1437" y="1882"/>
                  </a:lnTo>
                  <a:lnTo>
                    <a:pt x="1365" y="1844"/>
                  </a:lnTo>
                  <a:lnTo>
                    <a:pt x="1380" y="1734"/>
                  </a:lnTo>
                  <a:lnTo>
                    <a:pt x="1470" y="1644"/>
                  </a:lnTo>
                  <a:lnTo>
                    <a:pt x="1425" y="1464"/>
                  </a:lnTo>
                  <a:lnTo>
                    <a:pt x="1320" y="1404"/>
                  </a:lnTo>
                  <a:lnTo>
                    <a:pt x="1185" y="1404"/>
                  </a:lnTo>
                  <a:lnTo>
                    <a:pt x="1155" y="1239"/>
                  </a:lnTo>
                  <a:lnTo>
                    <a:pt x="1040" y="1229"/>
                  </a:lnTo>
                  <a:lnTo>
                    <a:pt x="900" y="1314"/>
                  </a:lnTo>
                  <a:lnTo>
                    <a:pt x="865" y="1404"/>
                  </a:lnTo>
                  <a:lnTo>
                    <a:pt x="495" y="1374"/>
                  </a:lnTo>
                  <a:lnTo>
                    <a:pt x="270" y="1334"/>
                  </a:lnTo>
                  <a:lnTo>
                    <a:pt x="120" y="1464"/>
                  </a:lnTo>
                  <a:lnTo>
                    <a:pt x="165" y="1559"/>
                  </a:lnTo>
                  <a:lnTo>
                    <a:pt x="95" y="1614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E967DCA-9117-29DE-A3E3-046AB1436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287" y="2174223"/>
              <a:ext cx="874713" cy="555625"/>
            </a:xfrm>
            <a:custGeom>
              <a:avLst/>
              <a:gdLst>
                <a:gd name="T0" fmla="*/ 0 w 2753"/>
                <a:gd name="T1" fmla="*/ 0 h 1749"/>
                <a:gd name="T2" fmla="*/ 0 w 2753"/>
                <a:gd name="T3" fmla="*/ 0 h 1749"/>
                <a:gd name="T4" fmla="*/ 0 w 2753"/>
                <a:gd name="T5" fmla="*/ 0 h 1749"/>
                <a:gd name="T6" fmla="*/ 0 w 2753"/>
                <a:gd name="T7" fmla="*/ 0 h 1749"/>
                <a:gd name="T8" fmla="*/ 0 w 2753"/>
                <a:gd name="T9" fmla="*/ 0 h 1749"/>
                <a:gd name="T10" fmla="*/ 0 w 2753"/>
                <a:gd name="T11" fmla="*/ 0 h 1749"/>
                <a:gd name="T12" fmla="*/ 0 w 2753"/>
                <a:gd name="T13" fmla="*/ 0 h 1749"/>
                <a:gd name="T14" fmla="*/ 0 w 2753"/>
                <a:gd name="T15" fmla="*/ 0 h 1749"/>
                <a:gd name="T16" fmla="*/ 0 w 2753"/>
                <a:gd name="T17" fmla="*/ 0 h 1749"/>
                <a:gd name="T18" fmla="*/ 0 w 2753"/>
                <a:gd name="T19" fmla="*/ 0 h 1749"/>
                <a:gd name="T20" fmla="*/ 0 w 2753"/>
                <a:gd name="T21" fmla="*/ 0 h 1749"/>
                <a:gd name="T22" fmla="*/ 0 w 2753"/>
                <a:gd name="T23" fmla="*/ 0 h 1749"/>
                <a:gd name="T24" fmla="*/ 0 w 2753"/>
                <a:gd name="T25" fmla="*/ 0 h 1749"/>
                <a:gd name="T26" fmla="*/ 0 w 2753"/>
                <a:gd name="T27" fmla="*/ 0 h 1749"/>
                <a:gd name="T28" fmla="*/ 0 w 2753"/>
                <a:gd name="T29" fmla="*/ 0 h 1749"/>
                <a:gd name="T30" fmla="*/ 0 w 2753"/>
                <a:gd name="T31" fmla="*/ 0 h 1749"/>
                <a:gd name="T32" fmla="*/ 0 w 2753"/>
                <a:gd name="T33" fmla="*/ 0 h 1749"/>
                <a:gd name="T34" fmla="*/ 0 w 2753"/>
                <a:gd name="T35" fmla="*/ 0 h 1749"/>
                <a:gd name="T36" fmla="*/ 0 w 2753"/>
                <a:gd name="T37" fmla="*/ 0 h 1749"/>
                <a:gd name="T38" fmla="*/ 0 w 2753"/>
                <a:gd name="T39" fmla="*/ 0 h 1749"/>
                <a:gd name="T40" fmla="*/ 0 w 2753"/>
                <a:gd name="T41" fmla="*/ 0 h 1749"/>
                <a:gd name="T42" fmla="*/ 0 w 2753"/>
                <a:gd name="T43" fmla="*/ 0 h 1749"/>
                <a:gd name="T44" fmla="*/ 0 w 2753"/>
                <a:gd name="T45" fmla="*/ 0 h 1749"/>
                <a:gd name="T46" fmla="*/ 0 w 2753"/>
                <a:gd name="T47" fmla="*/ 0 h 1749"/>
                <a:gd name="T48" fmla="*/ 0 w 2753"/>
                <a:gd name="T49" fmla="*/ 0 h 1749"/>
                <a:gd name="T50" fmla="*/ 0 w 2753"/>
                <a:gd name="T51" fmla="*/ 0 h 1749"/>
                <a:gd name="T52" fmla="*/ 0 w 2753"/>
                <a:gd name="T53" fmla="*/ 0 h 1749"/>
                <a:gd name="T54" fmla="*/ 0 w 2753"/>
                <a:gd name="T55" fmla="*/ 0 h 1749"/>
                <a:gd name="T56" fmla="*/ 0 w 2753"/>
                <a:gd name="T57" fmla="*/ 0 h 1749"/>
                <a:gd name="T58" fmla="*/ 0 w 2753"/>
                <a:gd name="T59" fmla="*/ 0 h 1749"/>
                <a:gd name="T60" fmla="*/ 0 w 2753"/>
                <a:gd name="T61" fmla="*/ 0 h 1749"/>
                <a:gd name="T62" fmla="*/ 0 w 2753"/>
                <a:gd name="T63" fmla="*/ 0 h 1749"/>
                <a:gd name="T64" fmla="*/ 0 w 2753"/>
                <a:gd name="T65" fmla="*/ 0 h 1749"/>
                <a:gd name="T66" fmla="*/ 0 w 2753"/>
                <a:gd name="T67" fmla="*/ 0 h 174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53" h="1749">
                  <a:moveTo>
                    <a:pt x="0" y="1100"/>
                  </a:moveTo>
                  <a:lnTo>
                    <a:pt x="0" y="1235"/>
                  </a:lnTo>
                  <a:lnTo>
                    <a:pt x="80" y="1280"/>
                  </a:lnTo>
                  <a:lnTo>
                    <a:pt x="185" y="1265"/>
                  </a:lnTo>
                  <a:lnTo>
                    <a:pt x="245" y="1350"/>
                  </a:lnTo>
                  <a:lnTo>
                    <a:pt x="225" y="1470"/>
                  </a:lnTo>
                  <a:lnTo>
                    <a:pt x="270" y="1605"/>
                  </a:lnTo>
                  <a:lnTo>
                    <a:pt x="560" y="1486"/>
                  </a:lnTo>
                  <a:lnTo>
                    <a:pt x="721" y="1530"/>
                  </a:lnTo>
                  <a:lnTo>
                    <a:pt x="856" y="1470"/>
                  </a:lnTo>
                  <a:lnTo>
                    <a:pt x="1006" y="1504"/>
                  </a:lnTo>
                  <a:lnTo>
                    <a:pt x="1117" y="1348"/>
                  </a:lnTo>
                  <a:lnTo>
                    <a:pt x="1201" y="1213"/>
                  </a:lnTo>
                  <a:lnTo>
                    <a:pt x="1329" y="1099"/>
                  </a:lnTo>
                  <a:lnTo>
                    <a:pt x="1517" y="1020"/>
                  </a:lnTo>
                  <a:lnTo>
                    <a:pt x="1717" y="900"/>
                  </a:lnTo>
                  <a:lnTo>
                    <a:pt x="2063" y="815"/>
                  </a:lnTo>
                  <a:lnTo>
                    <a:pt x="2012" y="990"/>
                  </a:lnTo>
                  <a:lnTo>
                    <a:pt x="2108" y="1190"/>
                  </a:lnTo>
                  <a:lnTo>
                    <a:pt x="1892" y="1245"/>
                  </a:lnTo>
                  <a:lnTo>
                    <a:pt x="1787" y="1399"/>
                  </a:lnTo>
                  <a:lnTo>
                    <a:pt x="1625" y="1455"/>
                  </a:lnTo>
                  <a:lnTo>
                    <a:pt x="1462" y="1610"/>
                  </a:lnTo>
                  <a:lnTo>
                    <a:pt x="1456" y="1682"/>
                  </a:lnTo>
                  <a:lnTo>
                    <a:pt x="1585" y="1682"/>
                  </a:lnTo>
                  <a:lnTo>
                    <a:pt x="1649" y="1731"/>
                  </a:lnTo>
                  <a:lnTo>
                    <a:pt x="1742" y="1749"/>
                  </a:lnTo>
                  <a:lnTo>
                    <a:pt x="1808" y="1651"/>
                  </a:lnTo>
                  <a:lnTo>
                    <a:pt x="1896" y="1579"/>
                  </a:lnTo>
                  <a:lnTo>
                    <a:pt x="1976" y="1507"/>
                  </a:lnTo>
                  <a:lnTo>
                    <a:pt x="2096" y="1403"/>
                  </a:lnTo>
                  <a:lnTo>
                    <a:pt x="2216" y="1259"/>
                  </a:lnTo>
                  <a:lnTo>
                    <a:pt x="2336" y="1195"/>
                  </a:lnTo>
                  <a:lnTo>
                    <a:pt x="2424" y="1179"/>
                  </a:lnTo>
                  <a:lnTo>
                    <a:pt x="2543" y="1140"/>
                  </a:lnTo>
                  <a:lnTo>
                    <a:pt x="2588" y="1220"/>
                  </a:lnTo>
                  <a:lnTo>
                    <a:pt x="2672" y="1299"/>
                  </a:lnTo>
                  <a:lnTo>
                    <a:pt x="2720" y="1267"/>
                  </a:lnTo>
                  <a:lnTo>
                    <a:pt x="2693" y="1190"/>
                  </a:lnTo>
                  <a:lnTo>
                    <a:pt x="2648" y="1140"/>
                  </a:lnTo>
                  <a:lnTo>
                    <a:pt x="2573" y="1040"/>
                  </a:lnTo>
                  <a:lnTo>
                    <a:pt x="2543" y="935"/>
                  </a:lnTo>
                  <a:lnTo>
                    <a:pt x="2733" y="795"/>
                  </a:lnTo>
                  <a:lnTo>
                    <a:pt x="2753" y="630"/>
                  </a:lnTo>
                  <a:lnTo>
                    <a:pt x="2618" y="560"/>
                  </a:lnTo>
                  <a:lnTo>
                    <a:pt x="2363" y="530"/>
                  </a:lnTo>
                  <a:lnTo>
                    <a:pt x="2268" y="585"/>
                  </a:lnTo>
                  <a:lnTo>
                    <a:pt x="2213" y="555"/>
                  </a:lnTo>
                  <a:lnTo>
                    <a:pt x="2198" y="485"/>
                  </a:lnTo>
                  <a:lnTo>
                    <a:pt x="2313" y="350"/>
                  </a:lnTo>
                  <a:lnTo>
                    <a:pt x="2283" y="195"/>
                  </a:lnTo>
                  <a:lnTo>
                    <a:pt x="2193" y="195"/>
                  </a:lnTo>
                  <a:lnTo>
                    <a:pt x="2078" y="255"/>
                  </a:lnTo>
                  <a:lnTo>
                    <a:pt x="2093" y="165"/>
                  </a:lnTo>
                  <a:lnTo>
                    <a:pt x="2193" y="105"/>
                  </a:lnTo>
                  <a:lnTo>
                    <a:pt x="2103" y="65"/>
                  </a:lnTo>
                  <a:lnTo>
                    <a:pt x="2073" y="0"/>
                  </a:lnTo>
                  <a:lnTo>
                    <a:pt x="1907" y="75"/>
                  </a:lnTo>
                  <a:lnTo>
                    <a:pt x="1802" y="135"/>
                  </a:lnTo>
                  <a:lnTo>
                    <a:pt x="1732" y="230"/>
                  </a:lnTo>
                  <a:lnTo>
                    <a:pt x="1522" y="225"/>
                  </a:lnTo>
                  <a:lnTo>
                    <a:pt x="1356" y="120"/>
                  </a:lnTo>
                  <a:lnTo>
                    <a:pt x="1201" y="255"/>
                  </a:lnTo>
                  <a:lnTo>
                    <a:pt x="1066" y="485"/>
                  </a:lnTo>
                  <a:lnTo>
                    <a:pt x="946" y="545"/>
                  </a:lnTo>
                  <a:lnTo>
                    <a:pt x="786" y="560"/>
                  </a:lnTo>
                  <a:lnTo>
                    <a:pt x="691" y="705"/>
                  </a:lnTo>
                  <a:lnTo>
                    <a:pt x="630" y="765"/>
                  </a:lnTo>
                  <a:lnTo>
                    <a:pt x="485" y="860"/>
                  </a:lnTo>
                  <a:lnTo>
                    <a:pt x="455" y="990"/>
                  </a:lnTo>
                  <a:lnTo>
                    <a:pt x="380" y="1070"/>
                  </a:lnTo>
                  <a:lnTo>
                    <a:pt x="260" y="1020"/>
                  </a:lnTo>
                  <a:lnTo>
                    <a:pt x="150" y="1110"/>
                  </a:lnTo>
                  <a:lnTo>
                    <a:pt x="65" y="1085"/>
                  </a:lnTo>
                  <a:lnTo>
                    <a:pt x="0" y="110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843CA05-F8E6-E7F3-D9ED-316A7A115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4" y="2709211"/>
              <a:ext cx="288925" cy="231775"/>
            </a:xfrm>
            <a:custGeom>
              <a:avLst/>
              <a:gdLst>
                <a:gd name="T0" fmla="*/ 0 w 912"/>
                <a:gd name="T1" fmla="*/ 0 h 732"/>
                <a:gd name="T2" fmla="*/ 0 w 912"/>
                <a:gd name="T3" fmla="*/ 0 h 732"/>
                <a:gd name="T4" fmla="*/ 0 w 912"/>
                <a:gd name="T5" fmla="*/ 0 h 732"/>
                <a:gd name="T6" fmla="*/ 0 w 912"/>
                <a:gd name="T7" fmla="*/ 0 h 732"/>
                <a:gd name="T8" fmla="*/ 0 w 912"/>
                <a:gd name="T9" fmla="*/ 0 h 732"/>
                <a:gd name="T10" fmla="*/ 0 w 912"/>
                <a:gd name="T11" fmla="*/ 0 h 732"/>
                <a:gd name="T12" fmla="*/ 0 w 912"/>
                <a:gd name="T13" fmla="*/ 0 h 732"/>
                <a:gd name="T14" fmla="*/ 0 w 912"/>
                <a:gd name="T15" fmla="*/ 0 h 732"/>
                <a:gd name="T16" fmla="*/ 0 w 912"/>
                <a:gd name="T17" fmla="*/ 0 h 732"/>
                <a:gd name="T18" fmla="*/ 0 w 912"/>
                <a:gd name="T19" fmla="*/ 0 h 732"/>
                <a:gd name="T20" fmla="*/ 0 w 912"/>
                <a:gd name="T21" fmla="*/ 0 h 732"/>
                <a:gd name="T22" fmla="*/ 0 w 912"/>
                <a:gd name="T23" fmla="*/ 0 h 732"/>
                <a:gd name="T24" fmla="*/ 0 w 912"/>
                <a:gd name="T25" fmla="*/ 0 h 732"/>
                <a:gd name="T26" fmla="*/ 0 w 912"/>
                <a:gd name="T27" fmla="*/ 0 h 732"/>
                <a:gd name="T28" fmla="*/ 0 w 912"/>
                <a:gd name="T29" fmla="*/ 0 h 732"/>
                <a:gd name="T30" fmla="*/ 0 w 912"/>
                <a:gd name="T31" fmla="*/ 0 h 732"/>
                <a:gd name="T32" fmla="*/ 0 w 912"/>
                <a:gd name="T33" fmla="*/ 0 h 732"/>
                <a:gd name="T34" fmla="*/ 0 w 912"/>
                <a:gd name="T35" fmla="*/ 0 h 732"/>
                <a:gd name="T36" fmla="*/ 0 w 912"/>
                <a:gd name="T37" fmla="*/ 0 h 732"/>
                <a:gd name="T38" fmla="*/ 0 w 912"/>
                <a:gd name="T39" fmla="*/ 0 h 732"/>
                <a:gd name="T40" fmla="*/ 0 w 912"/>
                <a:gd name="T41" fmla="*/ 0 h 732"/>
                <a:gd name="T42" fmla="*/ 0 w 912"/>
                <a:gd name="T43" fmla="*/ 0 h 732"/>
                <a:gd name="T44" fmla="*/ 0 w 912"/>
                <a:gd name="T45" fmla="*/ 0 h 732"/>
                <a:gd name="T46" fmla="*/ 0 w 912"/>
                <a:gd name="T47" fmla="*/ 0 h 73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12" h="732">
                  <a:moveTo>
                    <a:pt x="656" y="582"/>
                  </a:moveTo>
                  <a:lnTo>
                    <a:pt x="653" y="482"/>
                  </a:lnTo>
                  <a:lnTo>
                    <a:pt x="564" y="512"/>
                  </a:lnTo>
                  <a:lnTo>
                    <a:pt x="533" y="593"/>
                  </a:lnTo>
                  <a:lnTo>
                    <a:pt x="401" y="582"/>
                  </a:lnTo>
                  <a:lnTo>
                    <a:pt x="341" y="537"/>
                  </a:lnTo>
                  <a:lnTo>
                    <a:pt x="226" y="580"/>
                  </a:lnTo>
                  <a:lnTo>
                    <a:pt x="250" y="658"/>
                  </a:lnTo>
                  <a:lnTo>
                    <a:pt x="166" y="721"/>
                  </a:lnTo>
                  <a:lnTo>
                    <a:pt x="75" y="732"/>
                  </a:lnTo>
                  <a:lnTo>
                    <a:pt x="0" y="583"/>
                  </a:lnTo>
                  <a:lnTo>
                    <a:pt x="115" y="437"/>
                  </a:lnTo>
                  <a:lnTo>
                    <a:pt x="316" y="372"/>
                  </a:lnTo>
                  <a:lnTo>
                    <a:pt x="316" y="196"/>
                  </a:lnTo>
                  <a:lnTo>
                    <a:pt x="432" y="44"/>
                  </a:lnTo>
                  <a:lnTo>
                    <a:pt x="485" y="80"/>
                  </a:lnTo>
                  <a:lnTo>
                    <a:pt x="533" y="0"/>
                  </a:lnTo>
                  <a:lnTo>
                    <a:pt x="661" y="0"/>
                  </a:lnTo>
                  <a:lnTo>
                    <a:pt x="725" y="48"/>
                  </a:lnTo>
                  <a:lnTo>
                    <a:pt x="821" y="64"/>
                  </a:lnTo>
                  <a:lnTo>
                    <a:pt x="861" y="136"/>
                  </a:lnTo>
                  <a:lnTo>
                    <a:pt x="912" y="206"/>
                  </a:lnTo>
                  <a:lnTo>
                    <a:pt x="855" y="320"/>
                  </a:lnTo>
                  <a:lnTo>
                    <a:pt x="767" y="450"/>
                  </a:lnTo>
                  <a:lnTo>
                    <a:pt x="752" y="591"/>
                  </a:lnTo>
                  <a:lnTo>
                    <a:pt x="656" y="582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40564E2-DBC5-F58C-9B40-9B10DFE2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4812" y="2861611"/>
              <a:ext cx="280988" cy="304800"/>
            </a:xfrm>
            <a:custGeom>
              <a:avLst/>
              <a:gdLst>
                <a:gd name="T0" fmla="*/ 0 w 884"/>
                <a:gd name="T1" fmla="*/ 0 h 962"/>
                <a:gd name="T2" fmla="*/ 0 w 884"/>
                <a:gd name="T3" fmla="*/ 0 h 962"/>
                <a:gd name="T4" fmla="*/ 0 w 884"/>
                <a:gd name="T5" fmla="*/ 0 h 962"/>
                <a:gd name="T6" fmla="*/ 0 w 884"/>
                <a:gd name="T7" fmla="*/ 0 h 962"/>
                <a:gd name="T8" fmla="*/ 0 w 884"/>
                <a:gd name="T9" fmla="*/ 0 h 962"/>
                <a:gd name="T10" fmla="*/ 0 w 884"/>
                <a:gd name="T11" fmla="*/ 0 h 962"/>
                <a:gd name="T12" fmla="*/ 0 w 884"/>
                <a:gd name="T13" fmla="*/ 0 h 962"/>
                <a:gd name="T14" fmla="*/ 0 w 884"/>
                <a:gd name="T15" fmla="*/ 0 h 962"/>
                <a:gd name="T16" fmla="*/ 0 w 884"/>
                <a:gd name="T17" fmla="*/ 0 h 962"/>
                <a:gd name="T18" fmla="*/ 0 w 884"/>
                <a:gd name="T19" fmla="*/ 0 h 962"/>
                <a:gd name="T20" fmla="*/ 0 w 884"/>
                <a:gd name="T21" fmla="*/ 0 h 962"/>
                <a:gd name="T22" fmla="*/ 0 w 884"/>
                <a:gd name="T23" fmla="*/ 0 h 962"/>
                <a:gd name="T24" fmla="*/ 0 w 884"/>
                <a:gd name="T25" fmla="*/ 0 h 962"/>
                <a:gd name="T26" fmla="*/ 0 w 884"/>
                <a:gd name="T27" fmla="*/ 0 h 962"/>
                <a:gd name="T28" fmla="*/ 0 w 884"/>
                <a:gd name="T29" fmla="*/ 0 h 962"/>
                <a:gd name="T30" fmla="*/ 0 w 884"/>
                <a:gd name="T31" fmla="*/ 0 h 962"/>
                <a:gd name="T32" fmla="*/ 0 w 884"/>
                <a:gd name="T33" fmla="*/ 0 h 962"/>
                <a:gd name="T34" fmla="*/ 0 w 884"/>
                <a:gd name="T35" fmla="*/ 0 h 962"/>
                <a:gd name="T36" fmla="*/ 0 w 884"/>
                <a:gd name="T37" fmla="*/ 0 h 962"/>
                <a:gd name="T38" fmla="*/ 0 w 884"/>
                <a:gd name="T39" fmla="*/ 0 h 962"/>
                <a:gd name="T40" fmla="*/ 0 w 884"/>
                <a:gd name="T41" fmla="*/ 0 h 962"/>
                <a:gd name="T42" fmla="*/ 0 w 884"/>
                <a:gd name="T43" fmla="*/ 0 h 962"/>
                <a:gd name="T44" fmla="*/ 0 w 884"/>
                <a:gd name="T45" fmla="*/ 0 h 9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84" h="962">
                  <a:moveTo>
                    <a:pt x="752" y="102"/>
                  </a:moveTo>
                  <a:lnTo>
                    <a:pt x="748" y="0"/>
                  </a:lnTo>
                  <a:lnTo>
                    <a:pt x="660" y="32"/>
                  </a:lnTo>
                  <a:lnTo>
                    <a:pt x="628" y="112"/>
                  </a:lnTo>
                  <a:lnTo>
                    <a:pt x="495" y="101"/>
                  </a:lnTo>
                  <a:lnTo>
                    <a:pt x="435" y="56"/>
                  </a:lnTo>
                  <a:lnTo>
                    <a:pt x="320" y="101"/>
                  </a:lnTo>
                  <a:lnTo>
                    <a:pt x="345" y="176"/>
                  </a:lnTo>
                  <a:lnTo>
                    <a:pt x="260" y="241"/>
                  </a:lnTo>
                  <a:lnTo>
                    <a:pt x="170" y="251"/>
                  </a:lnTo>
                  <a:lnTo>
                    <a:pt x="95" y="431"/>
                  </a:lnTo>
                  <a:lnTo>
                    <a:pt x="0" y="597"/>
                  </a:lnTo>
                  <a:lnTo>
                    <a:pt x="15" y="777"/>
                  </a:lnTo>
                  <a:lnTo>
                    <a:pt x="20" y="872"/>
                  </a:lnTo>
                  <a:lnTo>
                    <a:pt x="80" y="932"/>
                  </a:lnTo>
                  <a:lnTo>
                    <a:pt x="165" y="932"/>
                  </a:lnTo>
                  <a:lnTo>
                    <a:pt x="300" y="957"/>
                  </a:lnTo>
                  <a:lnTo>
                    <a:pt x="380" y="927"/>
                  </a:lnTo>
                  <a:lnTo>
                    <a:pt x="560" y="962"/>
                  </a:lnTo>
                  <a:lnTo>
                    <a:pt x="620" y="872"/>
                  </a:lnTo>
                  <a:lnTo>
                    <a:pt x="700" y="696"/>
                  </a:lnTo>
                  <a:lnTo>
                    <a:pt x="740" y="560"/>
                  </a:lnTo>
                  <a:lnTo>
                    <a:pt x="812" y="464"/>
                  </a:lnTo>
                  <a:lnTo>
                    <a:pt x="884" y="392"/>
                  </a:lnTo>
                  <a:lnTo>
                    <a:pt x="815" y="286"/>
                  </a:lnTo>
                  <a:lnTo>
                    <a:pt x="735" y="221"/>
                  </a:lnTo>
                  <a:lnTo>
                    <a:pt x="752" y="102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B97D09C-43F9-E31B-2D51-7E2F06D9F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5274" y="3102911"/>
              <a:ext cx="204788" cy="419100"/>
            </a:xfrm>
            <a:custGeom>
              <a:avLst/>
              <a:gdLst>
                <a:gd name="T0" fmla="*/ 0 w 645"/>
                <a:gd name="T1" fmla="*/ 0 h 1321"/>
                <a:gd name="T2" fmla="*/ 0 w 645"/>
                <a:gd name="T3" fmla="*/ 0 h 1321"/>
                <a:gd name="T4" fmla="*/ 0 w 645"/>
                <a:gd name="T5" fmla="*/ 0 h 1321"/>
                <a:gd name="T6" fmla="*/ 0 w 645"/>
                <a:gd name="T7" fmla="*/ 0 h 1321"/>
                <a:gd name="T8" fmla="*/ 0 w 645"/>
                <a:gd name="T9" fmla="*/ 0 h 1321"/>
                <a:gd name="T10" fmla="*/ 0 w 645"/>
                <a:gd name="T11" fmla="*/ 0 h 1321"/>
                <a:gd name="T12" fmla="*/ 0 w 645"/>
                <a:gd name="T13" fmla="*/ 0 h 1321"/>
                <a:gd name="T14" fmla="*/ 0 w 645"/>
                <a:gd name="T15" fmla="*/ 0 h 1321"/>
                <a:gd name="T16" fmla="*/ 0 w 645"/>
                <a:gd name="T17" fmla="*/ 0 h 1321"/>
                <a:gd name="T18" fmla="*/ 0 w 645"/>
                <a:gd name="T19" fmla="*/ 0 h 1321"/>
                <a:gd name="T20" fmla="*/ 0 w 645"/>
                <a:gd name="T21" fmla="*/ 0 h 1321"/>
                <a:gd name="T22" fmla="*/ 0 w 645"/>
                <a:gd name="T23" fmla="*/ 0 h 1321"/>
                <a:gd name="T24" fmla="*/ 0 w 645"/>
                <a:gd name="T25" fmla="*/ 0 h 1321"/>
                <a:gd name="T26" fmla="*/ 0 w 645"/>
                <a:gd name="T27" fmla="*/ 0 h 1321"/>
                <a:gd name="T28" fmla="*/ 0 w 645"/>
                <a:gd name="T29" fmla="*/ 0 h 1321"/>
                <a:gd name="T30" fmla="*/ 0 w 645"/>
                <a:gd name="T31" fmla="*/ 0 h 1321"/>
                <a:gd name="T32" fmla="*/ 0 w 645"/>
                <a:gd name="T33" fmla="*/ 0 h 1321"/>
                <a:gd name="T34" fmla="*/ 0 w 645"/>
                <a:gd name="T35" fmla="*/ 0 h 1321"/>
                <a:gd name="T36" fmla="*/ 0 w 645"/>
                <a:gd name="T37" fmla="*/ 0 h 1321"/>
                <a:gd name="T38" fmla="*/ 0 w 645"/>
                <a:gd name="T39" fmla="*/ 0 h 1321"/>
                <a:gd name="T40" fmla="*/ 0 w 645"/>
                <a:gd name="T41" fmla="*/ 0 h 1321"/>
                <a:gd name="T42" fmla="*/ 0 w 645"/>
                <a:gd name="T43" fmla="*/ 0 h 1321"/>
                <a:gd name="T44" fmla="*/ 0 w 645"/>
                <a:gd name="T45" fmla="*/ 0 h 1321"/>
                <a:gd name="T46" fmla="*/ 0 w 645"/>
                <a:gd name="T47" fmla="*/ 0 h 1321"/>
                <a:gd name="T48" fmla="*/ 0 w 645"/>
                <a:gd name="T49" fmla="*/ 0 h 132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45" h="1321">
                  <a:moveTo>
                    <a:pt x="36" y="153"/>
                  </a:moveTo>
                  <a:lnTo>
                    <a:pt x="0" y="375"/>
                  </a:lnTo>
                  <a:lnTo>
                    <a:pt x="63" y="489"/>
                  </a:lnTo>
                  <a:lnTo>
                    <a:pt x="95" y="600"/>
                  </a:lnTo>
                  <a:lnTo>
                    <a:pt x="60" y="665"/>
                  </a:lnTo>
                  <a:lnTo>
                    <a:pt x="132" y="856"/>
                  </a:lnTo>
                  <a:lnTo>
                    <a:pt x="231" y="1027"/>
                  </a:lnTo>
                  <a:lnTo>
                    <a:pt x="249" y="1195"/>
                  </a:lnTo>
                  <a:lnTo>
                    <a:pt x="260" y="1295"/>
                  </a:lnTo>
                  <a:lnTo>
                    <a:pt x="380" y="1234"/>
                  </a:lnTo>
                  <a:lnTo>
                    <a:pt x="440" y="1321"/>
                  </a:lnTo>
                  <a:lnTo>
                    <a:pt x="485" y="1259"/>
                  </a:lnTo>
                  <a:lnTo>
                    <a:pt x="525" y="1174"/>
                  </a:lnTo>
                  <a:lnTo>
                    <a:pt x="510" y="1039"/>
                  </a:lnTo>
                  <a:lnTo>
                    <a:pt x="480" y="884"/>
                  </a:lnTo>
                  <a:lnTo>
                    <a:pt x="453" y="790"/>
                  </a:lnTo>
                  <a:lnTo>
                    <a:pt x="549" y="790"/>
                  </a:lnTo>
                  <a:lnTo>
                    <a:pt x="597" y="678"/>
                  </a:lnTo>
                  <a:lnTo>
                    <a:pt x="645" y="550"/>
                  </a:lnTo>
                  <a:lnTo>
                    <a:pt x="605" y="359"/>
                  </a:lnTo>
                  <a:lnTo>
                    <a:pt x="515" y="169"/>
                  </a:lnTo>
                  <a:lnTo>
                    <a:pt x="428" y="170"/>
                  </a:lnTo>
                  <a:lnTo>
                    <a:pt x="365" y="113"/>
                  </a:lnTo>
                  <a:lnTo>
                    <a:pt x="359" y="14"/>
                  </a:lnTo>
                  <a:lnTo>
                    <a:pt x="230" y="0"/>
                  </a:lnTo>
                  <a:lnTo>
                    <a:pt x="165" y="95"/>
                  </a:lnTo>
                  <a:lnTo>
                    <a:pt x="36" y="153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AB75097-137D-A1AE-2D49-B96D802AE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774" y="2499661"/>
              <a:ext cx="133350" cy="184150"/>
            </a:xfrm>
            <a:custGeom>
              <a:avLst/>
              <a:gdLst>
                <a:gd name="T0" fmla="*/ 0 w 420"/>
                <a:gd name="T1" fmla="*/ 0 h 580"/>
                <a:gd name="T2" fmla="*/ 0 w 420"/>
                <a:gd name="T3" fmla="*/ 0 h 580"/>
                <a:gd name="T4" fmla="*/ 0 w 420"/>
                <a:gd name="T5" fmla="*/ 0 h 580"/>
                <a:gd name="T6" fmla="*/ 0 w 420"/>
                <a:gd name="T7" fmla="*/ 0 h 580"/>
                <a:gd name="T8" fmla="*/ 0 w 420"/>
                <a:gd name="T9" fmla="*/ 0 h 580"/>
                <a:gd name="T10" fmla="*/ 0 w 420"/>
                <a:gd name="T11" fmla="*/ 0 h 580"/>
                <a:gd name="T12" fmla="*/ 0 w 420"/>
                <a:gd name="T13" fmla="*/ 0 h 580"/>
                <a:gd name="T14" fmla="*/ 0 w 420"/>
                <a:gd name="T15" fmla="*/ 0 h 580"/>
                <a:gd name="T16" fmla="*/ 0 w 420"/>
                <a:gd name="T17" fmla="*/ 0 h 580"/>
                <a:gd name="T18" fmla="*/ 0 w 420"/>
                <a:gd name="T19" fmla="*/ 0 h 580"/>
                <a:gd name="T20" fmla="*/ 0 w 420"/>
                <a:gd name="T21" fmla="*/ 0 h 580"/>
                <a:gd name="T22" fmla="*/ 0 w 420"/>
                <a:gd name="T23" fmla="*/ 0 h 580"/>
                <a:gd name="T24" fmla="*/ 0 w 420"/>
                <a:gd name="T25" fmla="*/ 0 h 580"/>
                <a:gd name="T26" fmla="*/ 0 w 420"/>
                <a:gd name="T27" fmla="*/ 0 h 5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0" h="580">
                  <a:moveTo>
                    <a:pt x="384" y="516"/>
                  </a:moveTo>
                  <a:lnTo>
                    <a:pt x="405" y="430"/>
                  </a:lnTo>
                  <a:lnTo>
                    <a:pt x="360" y="315"/>
                  </a:lnTo>
                  <a:lnTo>
                    <a:pt x="420" y="135"/>
                  </a:lnTo>
                  <a:lnTo>
                    <a:pt x="385" y="60"/>
                  </a:lnTo>
                  <a:lnTo>
                    <a:pt x="265" y="0"/>
                  </a:lnTo>
                  <a:lnTo>
                    <a:pt x="144" y="70"/>
                  </a:lnTo>
                  <a:lnTo>
                    <a:pt x="30" y="104"/>
                  </a:lnTo>
                  <a:lnTo>
                    <a:pt x="54" y="248"/>
                  </a:lnTo>
                  <a:lnTo>
                    <a:pt x="0" y="356"/>
                  </a:lnTo>
                  <a:lnTo>
                    <a:pt x="14" y="511"/>
                  </a:lnTo>
                  <a:lnTo>
                    <a:pt x="99" y="580"/>
                  </a:lnTo>
                  <a:lnTo>
                    <a:pt x="235" y="570"/>
                  </a:lnTo>
                  <a:lnTo>
                    <a:pt x="384" y="516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E612542-E062-6268-363F-D9CD1B886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899" y="4661836"/>
              <a:ext cx="100013" cy="166688"/>
            </a:xfrm>
            <a:custGeom>
              <a:avLst/>
              <a:gdLst>
                <a:gd name="T0" fmla="*/ 0 w 315"/>
                <a:gd name="T1" fmla="*/ 0 h 525"/>
                <a:gd name="T2" fmla="*/ 0 w 315"/>
                <a:gd name="T3" fmla="*/ 0 h 525"/>
                <a:gd name="T4" fmla="*/ 0 w 315"/>
                <a:gd name="T5" fmla="*/ 0 h 525"/>
                <a:gd name="T6" fmla="*/ 0 w 315"/>
                <a:gd name="T7" fmla="*/ 0 h 525"/>
                <a:gd name="T8" fmla="*/ 0 w 315"/>
                <a:gd name="T9" fmla="*/ 0 h 525"/>
                <a:gd name="T10" fmla="*/ 0 w 315"/>
                <a:gd name="T11" fmla="*/ 0 h 525"/>
                <a:gd name="T12" fmla="*/ 0 w 315"/>
                <a:gd name="T13" fmla="*/ 0 h 525"/>
                <a:gd name="T14" fmla="*/ 0 w 315"/>
                <a:gd name="T15" fmla="*/ 0 h 525"/>
                <a:gd name="T16" fmla="*/ 0 w 315"/>
                <a:gd name="T17" fmla="*/ 0 h 525"/>
                <a:gd name="T18" fmla="*/ 0 w 315"/>
                <a:gd name="T19" fmla="*/ 0 h 525"/>
                <a:gd name="T20" fmla="*/ 0 w 315"/>
                <a:gd name="T21" fmla="*/ 0 h 5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5" h="525">
                  <a:moveTo>
                    <a:pt x="244" y="525"/>
                  </a:moveTo>
                  <a:lnTo>
                    <a:pt x="124" y="430"/>
                  </a:lnTo>
                  <a:lnTo>
                    <a:pt x="109" y="295"/>
                  </a:lnTo>
                  <a:lnTo>
                    <a:pt x="44" y="205"/>
                  </a:lnTo>
                  <a:lnTo>
                    <a:pt x="0" y="24"/>
                  </a:lnTo>
                  <a:lnTo>
                    <a:pt x="93" y="0"/>
                  </a:lnTo>
                  <a:lnTo>
                    <a:pt x="149" y="70"/>
                  </a:lnTo>
                  <a:lnTo>
                    <a:pt x="260" y="72"/>
                  </a:lnTo>
                  <a:lnTo>
                    <a:pt x="315" y="274"/>
                  </a:lnTo>
                  <a:lnTo>
                    <a:pt x="303" y="406"/>
                  </a:lnTo>
                  <a:lnTo>
                    <a:pt x="244" y="525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ED127E1-F9CD-A431-03AC-94A92E854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4937" y="3093386"/>
              <a:ext cx="171450" cy="277813"/>
            </a:xfrm>
            <a:custGeom>
              <a:avLst/>
              <a:gdLst>
                <a:gd name="T0" fmla="*/ 0 w 540"/>
                <a:gd name="T1" fmla="*/ 0 h 876"/>
                <a:gd name="T2" fmla="*/ 0 w 540"/>
                <a:gd name="T3" fmla="*/ 0 h 876"/>
                <a:gd name="T4" fmla="*/ 0 w 540"/>
                <a:gd name="T5" fmla="*/ 0 h 876"/>
                <a:gd name="T6" fmla="*/ 0 w 540"/>
                <a:gd name="T7" fmla="*/ 0 h 876"/>
                <a:gd name="T8" fmla="*/ 0 w 540"/>
                <a:gd name="T9" fmla="*/ 0 h 876"/>
                <a:gd name="T10" fmla="*/ 0 w 540"/>
                <a:gd name="T11" fmla="*/ 0 h 876"/>
                <a:gd name="T12" fmla="*/ 0 w 540"/>
                <a:gd name="T13" fmla="*/ 0 h 876"/>
                <a:gd name="T14" fmla="*/ 0 w 540"/>
                <a:gd name="T15" fmla="*/ 0 h 876"/>
                <a:gd name="T16" fmla="*/ 0 w 540"/>
                <a:gd name="T17" fmla="*/ 0 h 876"/>
                <a:gd name="T18" fmla="*/ 0 w 540"/>
                <a:gd name="T19" fmla="*/ 0 h 876"/>
                <a:gd name="T20" fmla="*/ 0 w 540"/>
                <a:gd name="T21" fmla="*/ 0 h 876"/>
                <a:gd name="T22" fmla="*/ 0 w 540"/>
                <a:gd name="T23" fmla="*/ 0 h 876"/>
                <a:gd name="T24" fmla="*/ 0 w 540"/>
                <a:gd name="T25" fmla="*/ 0 h 876"/>
                <a:gd name="T26" fmla="*/ 0 w 540"/>
                <a:gd name="T27" fmla="*/ 0 h 876"/>
                <a:gd name="T28" fmla="*/ 0 w 540"/>
                <a:gd name="T29" fmla="*/ 0 h 876"/>
                <a:gd name="T30" fmla="*/ 0 w 540"/>
                <a:gd name="T31" fmla="*/ 0 h 8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0" h="876">
                  <a:moveTo>
                    <a:pt x="505" y="404"/>
                  </a:moveTo>
                  <a:lnTo>
                    <a:pt x="355" y="449"/>
                  </a:lnTo>
                  <a:lnTo>
                    <a:pt x="360" y="530"/>
                  </a:lnTo>
                  <a:lnTo>
                    <a:pt x="315" y="675"/>
                  </a:lnTo>
                  <a:lnTo>
                    <a:pt x="330" y="785"/>
                  </a:lnTo>
                  <a:lnTo>
                    <a:pt x="246" y="876"/>
                  </a:lnTo>
                  <a:lnTo>
                    <a:pt x="166" y="796"/>
                  </a:lnTo>
                  <a:lnTo>
                    <a:pt x="150" y="700"/>
                  </a:lnTo>
                  <a:lnTo>
                    <a:pt x="94" y="812"/>
                  </a:lnTo>
                  <a:lnTo>
                    <a:pt x="50" y="685"/>
                  </a:lnTo>
                  <a:lnTo>
                    <a:pt x="0" y="454"/>
                  </a:lnTo>
                  <a:lnTo>
                    <a:pt x="50" y="229"/>
                  </a:lnTo>
                  <a:lnTo>
                    <a:pt x="190" y="179"/>
                  </a:lnTo>
                  <a:lnTo>
                    <a:pt x="313" y="149"/>
                  </a:lnTo>
                  <a:lnTo>
                    <a:pt x="385" y="19"/>
                  </a:lnTo>
                  <a:lnTo>
                    <a:pt x="453" y="0"/>
                  </a:lnTo>
                  <a:lnTo>
                    <a:pt x="540" y="184"/>
                  </a:lnTo>
                  <a:lnTo>
                    <a:pt x="505" y="404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5A06DEF-7AB4-4CF7-A039-2421CBC02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7" y="2823511"/>
              <a:ext cx="455613" cy="195263"/>
            </a:xfrm>
            <a:custGeom>
              <a:avLst/>
              <a:gdLst>
                <a:gd name="T0" fmla="*/ 0 w 1439"/>
                <a:gd name="T1" fmla="*/ 0 h 615"/>
                <a:gd name="T2" fmla="*/ 0 w 1439"/>
                <a:gd name="T3" fmla="*/ 0 h 615"/>
                <a:gd name="T4" fmla="*/ 0 w 1439"/>
                <a:gd name="T5" fmla="*/ 0 h 615"/>
                <a:gd name="T6" fmla="*/ 0 w 1439"/>
                <a:gd name="T7" fmla="*/ 0 h 615"/>
                <a:gd name="T8" fmla="*/ 0 w 1439"/>
                <a:gd name="T9" fmla="*/ 0 h 615"/>
                <a:gd name="T10" fmla="*/ 0 w 1439"/>
                <a:gd name="T11" fmla="*/ 0 h 615"/>
                <a:gd name="T12" fmla="*/ 0 w 1439"/>
                <a:gd name="T13" fmla="*/ 0 h 615"/>
                <a:gd name="T14" fmla="*/ 0 w 1439"/>
                <a:gd name="T15" fmla="*/ 0 h 615"/>
                <a:gd name="T16" fmla="*/ 0 w 1439"/>
                <a:gd name="T17" fmla="*/ 0 h 615"/>
                <a:gd name="T18" fmla="*/ 0 w 1439"/>
                <a:gd name="T19" fmla="*/ 0 h 615"/>
                <a:gd name="T20" fmla="*/ 0 w 1439"/>
                <a:gd name="T21" fmla="*/ 0 h 615"/>
                <a:gd name="T22" fmla="*/ 0 w 1439"/>
                <a:gd name="T23" fmla="*/ 0 h 615"/>
                <a:gd name="T24" fmla="*/ 0 w 1439"/>
                <a:gd name="T25" fmla="*/ 0 h 615"/>
                <a:gd name="T26" fmla="*/ 0 w 1439"/>
                <a:gd name="T27" fmla="*/ 0 h 615"/>
                <a:gd name="T28" fmla="*/ 0 w 1439"/>
                <a:gd name="T29" fmla="*/ 0 h 615"/>
                <a:gd name="T30" fmla="*/ 0 w 1439"/>
                <a:gd name="T31" fmla="*/ 0 h 615"/>
                <a:gd name="T32" fmla="*/ 0 w 1439"/>
                <a:gd name="T33" fmla="*/ 0 h 615"/>
                <a:gd name="T34" fmla="*/ 0 w 1439"/>
                <a:gd name="T35" fmla="*/ 0 h 615"/>
                <a:gd name="T36" fmla="*/ 0 w 1439"/>
                <a:gd name="T37" fmla="*/ 0 h 615"/>
                <a:gd name="T38" fmla="*/ 0 w 1439"/>
                <a:gd name="T39" fmla="*/ 0 h 615"/>
                <a:gd name="T40" fmla="*/ 0 w 1439"/>
                <a:gd name="T41" fmla="*/ 0 h 615"/>
                <a:gd name="T42" fmla="*/ 0 w 1439"/>
                <a:gd name="T43" fmla="*/ 0 h 6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439" h="615">
                  <a:moveTo>
                    <a:pt x="1238" y="584"/>
                  </a:moveTo>
                  <a:lnTo>
                    <a:pt x="912" y="506"/>
                  </a:lnTo>
                  <a:lnTo>
                    <a:pt x="692" y="511"/>
                  </a:lnTo>
                  <a:lnTo>
                    <a:pt x="455" y="509"/>
                  </a:lnTo>
                  <a:lnTo>
                    <a:pt x="374" y="557"/>
                  </a:lnTo>
                  <a:lnTo>
                    <a:pt x="42" y="521"/>
                  </a:lnTo>
                  <a:lnTo>
                    <a:pt x="0" y="435"/>
                  </a:lnTo>
                  <a:lnTo>
                    <a:pt x="131" y="330"/>
                  </a:lnTo>
                  <a:lnTo>
                    <a:pt x="86" y="236"/>
                  </a:lnTo>
                  <a:lnTo>
                    <a:pt x="237" y="105"/>
                  </a:lnTo>
                  <a:lnTo>
                    <a:pt x="467" y="147"/>
                  </a:lnTo>
                  <a:lnTo>
                    <a:pt x="833" y="177"/>
                  </a:lnTo>
                  <a:lnTo>
                    <a:pt x="867" y="84"/>
                  </a:lnTo>
                  <a:lnTo>
                    <a:pt x="1007" y="0"/>
                  </a:lnTo>
                  <a:lnTo>
                    <a:pt x="1122" y="11"/>
                  </a:lnTo>
                  <a:lnTo>
                    <a:pt x="1152" y="176"/>
                  </a:lnTo>
                  <a:lnTo>
                    <a:pt x="1289" y="177"/>
                  </a:lnTo>
                  <a:lnTo>
                    <a:pt x="1391" y="236"/>
                  </a:lnTo>
                  <a:lnTo>
                    <a:pt x="1439" y="417"/>
                  </a:lnTo>
                  <a:lnTo>
                    <a:pt x="1349" y="504"/>
                  </a:lnTo>
                  <a:lnTo>
                    <a:pt x="1332" y="615"/>
                  </a:lnTo>
                  <a:lnTo>
                    <a:pt x="1238" y="584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3" name="组合 16">
              <a:extLst>
                <a:ext uri="{FF2B5EF4-FFF2-40B4-BE49-F238E27FC236}">
                  <a16:creationId xmlns:a16="http://schemas.microsoft.com/office/drawing/2014/main" id="{7ECEE202-4C8A-D3E9-ADA8-52F87F442240}"/>
                </a:ext>
              </a:extLst>
            </p:cNvPr>
            <p:cNvGrpSpPr/>
            <p:nvPr/>
          </p:nvGrpSpPr>
          <p:grpSpPr>
            <a:xfrm>
              <a:off x="5570537" y="4966636"/>
              <a:ext cx="333375" cy="1187450"/>
              <a:chOff x="6162863" y="5354263"/>
              <a:chExt cx="333375" cy="1187450"/>
            </a:xfrm>
          </p:grpSpPr>
          <p:sp>
            <p:nvSpPr>
              <p:cNvPr id="78" name="Freeform 32">
                <a:extLst>
                  <a:ext uri="{FF2B5EF4-FFF2-40B4-BE49-F238E27FC236}">
                    <a16:creationId xmlns:a16="http://schemas.microsoft.com/office/drawing/2014/main" id="{3E17E3F9-1609-0BD5-07A7-CC6520333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0325" y="5354263"/>
                <a:ext cx="71438" cy="403225"/>
              </a:xfrm>
              <a:custGeom>
                <a:avLst/>
                <a:gdLst>
                  <a:gd name="T0" fmla="*/ 9 w 224"/>
                  <a:gd name="T1" fmla="*/ 0 h 1271"/>
                  <a:gd name="T2" fmla="*/ 6 w 224"/>
                  <a:gd name="T3" fmla="*/ 0 h 1271"/>
                  <a:gd name="T4" fmla="*/ 4 w 224"/>
                  <a:gd name="T5" fmla="*/ 9 h 1271"/>
                  <a:gd name="T6" fmla="*/ 7 w 224"/>
                  <a:gd name="T7" fmla="*/ 13 h 1271"/>
                  <a:gd name="T8" fmla="*/ 3 w 224"/>
                  <a:gd name="T9" fmla="*/ 16 h 1271"/>
                  <a:gd name="T10" fmla="*/ 4 w 224"/>
                  <a:gd name="T11" fmla="*/ 19 h 1271"/>
                  <a:gd name="T12" fmla="*/ 2 w 224"/>
                  <a:gd name="T13" fmla="*/ 24 h 1271"/>
                  <a:gd name="T14" fmla="*/ 4 w 224"/>
                  <a:gd name="T15" fmla="*/ 29 h 1271"/>
                  <a:gd name="T16" fmla="*/ 1 w 224"/>
                  <a:gd name="T17" fmla="*/ 37 h 1271"/>
                  <a:gd name="T18" fmla="*/ 0 w 224"/>
                  <a:gd name="T19" fmla="*/ 40 h 1271"/>
                  <a:gd name="T20" fmla="*/ 3 w 224"/>
                  <a:gd name="T21" fmla="*/ 44 h 1271"/>
                  <a:gd name="T22" fmla="*/ 1 w 224"/>
                  <a:gd name="T23" fmla="*/ 49 h 1271"/>
                  <a:gd name="T24" fmla="*/ 4 w 224"/>
                  <a:gd name="T25" fmla="*/ 51 h 1271"/>
                  <a:gd name="T26" fmla="*/ 4 w 224"/>
                  <a:gd name="T27" fmla="*/ 47 h 1271"/>
                  <a:gd name="T28" fmla="*/ 6 w 224"/>
                  <a:gd name="T29" fmla="*/ 44 h 1271"/>
                  <a:gd name="T30" fmla="*/ 10 w 224"/>
                  <a:gd name="T31" fmla="*/ 40 h 1271"/>
                  <a:gd name="T32" fmla="*/ 6 w 224"/>
                  <a:gd name="T33" fmla="*/ 37 h 1271"/>
                  <a:gd name="T34" fmla="*/ 6 w 224"/>
                  <a:gd name="T35" fmla="*/ 30 h 1271"/>
                  <a:gd name="T36" fmla="*/ 9 w 224"/>
                  <a:gd name="T37" fmla="*/ 26 h 1271"/>
                  <a:gd name="T38" fmla="*/ 9 w 224"/>
                  <a:gd name="T39" fmla="*/ 15 h 1271"/>
                  <a:gd name="T40" fmla="*/ 10 w 224"/>
                  <a:gd name="T41" fmla="*/ 9 h 1271"/>
                  <a:gd name="T42" fmla="*/ 9 w 224"/>
                  <a:gd name="T43" fmla="*/ 0 h 127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24" h="1271">
                    <a:moveTo>
                      <a:pt x="215" y="0"/>
                    </a:moveTo>
                    <a:lnTo>
                      <a:pt x="140" y="0"/>
                    </a:lnTo>
                    <a:lnTo>
                      <a:pt x="110" y="235"/>
                    </a:lnTo>
                    <a:lnTo>
                      <a:pt x="104" y="338"/>
                    </a:lnTo>
                    <a:lnTo>
                      <a:pt x="80" y="400"/>
                    </a:lnTo>
                    <a:lnTo>
                      <a:pt x="90" y="475"/>
                    </a:lnTo>
                    <a:lnTo>
                      <a:pt x="60" y="600"/>
                    </a:lnTo>
                    <a:lnTo>
                      <a:pt x="95" y="721"/>
                    </a:lnTo>
                    <a:lnTo>
                      <a:pt x="35" y="916"/>
                    </a:lnTo>
                    <a:lnTo>
                      <a:pt x="0" y="1001"/>
                    </a:lnTo>
                    <a:lnTo>
                      <a:pt x="75" y="1106"/>
                    </a:lnTo>
                    <a:lnTo>
                      <a:pt x="35" y="1231"/>
                    </a:lnTo>
                    <a:lnTo>
                      <a:pt x="105" y="1271"/>
                    </a:lnTo>
                    <a:lnTo>
                      <a:pt x="105" y="1166"/>
                    </a:lnTo>
                    <a:lnTo>
                      <a:pt x="155" y="1096"/>
                    </a:lnTo>
                    <a:lnTo>
                      <a:pt x="164" y="1022"/>
                    </a:lnTo>
                    <a:lnTo>
                      <a:pt x="140" y="926"/>
                    </a:lnTo>
                    <a:lnTo>
                      <a:pt x="155" y="761"/>
                    </a:lnTo>
                    <a:lnTo>
                      <a:pt x="158" y="632"/>
                    </a:lnTo>
                    <a:lnTo>
                      <a:pt x="200" y="560"/>
                    </a:lnTo>
                    <a:lnTo>
                      <a:pt x="182" y="446"/>
                    </a:lnTo>
                    <a:lnTo>
                      <a:pt x="176" y="356"/>
                    </a:lnTo>
                    <a:lnTo>
                      <a:pt x="224" y="266"/>
                    </a:lnTo>
                    <a:lnTo>
                      <a:pt x="206" y="158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Freeform 33">
                <a:extLst>
                  <a:ext uri="{FF2B5EF4-FFF2-40B4-BE49-F238E27FC236}">
                    <a16:creationId xmlns:a16="http://schemas.microsoft.com/office/drawing/2014/main" id="{4002C50B-CF30-B0B4-217E-2C562BCB8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863" y="5836863"/>
                <a:ext cx="44450" cy="60325"/>
              </a:xfrm>
              <a:custGeom>
                <a:avLst/>
                <a:gdLst>
                  <a:gd name="T0" fmla="*/ 1 w 138"/>
                  <a:gd name="T1" fmla="*/ 9 h 192"/>
                  <a:gd name="T2" fmla="*/ 2 w 138"/>
                  <a:gd name="T3" fmla="*/ 7 h 192"/>
                  <a:gd name="T4" fmla="*/ 0 w 138"/>
                  <a:gd name="T5" fmla="*/ 3 h 192"/>
                  <a:gd name="T6" fmla="*/ 3 w 138"/>
                  <a:gd name="T7" fmla="*/ 0 h 192"/>
                  <a:gd name="T8" fmla="*/ 6 w 138"/>
                  <a:gd name="T9" fmla="*/ 3 h 192"/>
                  <a:gd name="T10" fmla="*/ 5 w 138"/>
                  <a:gd name="T11" fmla="*/ 8 h 192"/>
                  <a:gd name="T12" fmla="*/ 1 w 138"/>
                  <a:gd name="T13" fmla="*/ 9 h 1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8" h="192">
                    <a:moveTo>
                      <a:pt x="49" y="192"/>
                    </a:moveTo>
                    <a:lnTo>
                      <a:pt x="0" y="132"/>
                    </a:lnTo>
                    <a:lnTo>
                      <a:pt x="19" y="42"/>
                    </a:lnTo>
                    <a:lnTo>
                      <a:pt x="78" y="0"/>
                    </a:lnTo>
                    <a:lnTo>
                      <a:pt x="138" y="54"/>
                    </a:lnTo>
                    <a:lnTo>
                      <a:pt x="114" y="156"/>
                    </a:lnTo>
                    <a:lnTo>
                      <a:pt x="49" y="19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Freeform 33">
                <a:extLst>
                  <a:ext uri="{FF2B5EF4-FFF2-40B4-BE49-F238E27FC236}">
                    <a16:creationId xmlns:a16="http://schemas.microsoft.com/office/drawing/2014/main" id="{024827AF-C2A3-BE03-DA96-0B6F92999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5438" y="6462338"/>
                <a:ext cx="50800" cy="79375"/>
              </a:xfrm>
              <a:custGeom>
                <a:avLst/>
                <a:gdLst>
                  <a:gd name="T0" fmla="*/ 1 w 162"/>
                  <a:gd name="T1" fmla="*/ 9 h 252"/>
                  <a:gd name="T2" fmla="*/ 2 w 162"/>
                  <a:gd name="T3" fmla="*/ 7 h 252"/>
                  <a:gd name="T4" fmla="*/ 0 w 162"/>
                  <a:gd name="T5" fmla="*/ 3 h 252"/>
                  <a:gd name="T6" fmla="*/ 3 w 162"/>
                  <a:gd name="T7" fmla="*/ 0 h 252"/>
                  <a:gd name="T8" fmla="*/ 6 w 162"/>
                  <a:gd name="T9" fmla="*/ 3 h 252"/>
                  <a:gd name="T10" fmla="*/ 5 w 162"/>
                  <a:gd name="T11" fmla="*/ 8 h 252"/>
                  <a:gd name="T12" fmla="*/ 1 w 162"/>
                  <a:gd name="T13" fmla="*/ 9 h 2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2" h="252">
                    <a:moveTo>
                      <a:pt x="49" y="192"/>
                    </a:moveTo>
                    <a:lnTo>
                      <a:pt x="0" y="132"/>
                    </a:lnTo>
                    <a:lnTo>
                      <a:pt x="19" y="42"/>
                    </a:lnTo>
                    <a:lnTo>
                      <a:pt x="78" y="0"/>
                    </a:lnTo>
                    <a:lnTo>
                      <a:pt x="138" y="54"/>
                    </a:lnTo>
                    <a:lnTo>
                      <a:pt x="162" y="120"/>
                    </a:lnTo>
                    <a:lnTo>
                      <a:pt x="150" y="198"/>
                    </a:lnTo>
                    <a:lnTo>
                      <a:pt x="126" y="252"/>
                    </a:lnTo>
                    <a:lnTo>
                      <a:pt x="72" y="252"/>
                    </a:lnTo>
                    <a:lnTo>
                      <a:pt x="49" y="19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Freeform 33">
                <a:extLst>
                  <a:ext uri="{FF2B5EF4-FFF2-40B4-BE49-F238E27FC236}">
                    <a16:creationId xmlns:a16="http://schemas.microsoft.com/office/drawing/2014/main" id="{163EB2B7-C45F-1C35-312C-7AA86C12A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6688" y="6278188"/>
                <a:ext cx="34925" cy="46038"/>
              </a:xfrm>
              <a:custGeom>
                <a:avLst/>
                <a:gdLst>
                  <a:gd name="T0" fmla="*/ 1 w 108"/>
                  <a:gd name="T1" fmla="*/ 9 h 144"/>
                  <a:gd name="T2" fmla="*/ 2 w 108"/>
                  <a:gd name="T3" fmla="*/ 7 h 144"/>
                  <a:gd name="T4" fmla="*/ 0 w 108"/>
                  <a:gd name="T5" fmla="*/ 3 h 144"/>
                  <a:gd name="T6" fmla="*/ 3 w 108"/>
                  <a:gd name="T7" fmla="*/ 0 h 144"/>
                  <a:gd name="T8" fmla="*/ 6 w 108"/>
                  <a:gd name="T9" fmla="*/ 3 h 144"/>
                  <a:gd name="T10" fmla="*/ 5 w 108"/>
                  <a:gd name="T11" fmla="*/ 8 h 144"/>
                  <a:gd name="T12" fmla="*/ 1 w 108"/>
                  <a:gd name="T13" fmla="*/ 9 h 1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8" h="144">
                    <a:moveTo>
                      <a:pt x="67" y="144"/>
                    </a:moveTo>
                    <a:lnTo>
                      <a:pt x="18" y="84"/>
                    </a:lnTo>
                    <a:lnTo>
                      <a:pt x="0" y="0"/>
                    </a:lnTo>
                    <a:lnTo>
                      <a:pt x="48" y="6"/>
                    </a:lnTo>
                    <a:lnTo>
                      <a:pt x="84" y="54"/>
                    </a:lnTo>
                    <a:lnTo>
                      <a:pt x="108" y="108"/>
                    </a:lnTo>
                    <a:lnTo>
                      <a:pt x="67" y="144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Freeform 33">
                <a:extLst>
                  <a:ext uri="{FF2B5EF4-FFF2-40B4-BE49-F238E27FC236}">
                    <a16:creationId xmlns:a16="http://schemas.microsoft.com/office/drawing/2014/main" id="{EF7A314E-2061-3336-3A7B-4FB629044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5425" y="6322638"/>
                <a:ext cx="53975" cy="52388"/>
              </a:xfrm>
              <a:custGeom>
                <a:avLst/>
                <a:gdLst>
                  <a:gd name="T0" fmla="*/ 1 w 170"/>
                  <a:gd name="T1" fmla="*/ 9 h 166"/>
                  <a:gd name="T2" fmla="*/ 2 w 170"/>
                  <a:gd name="T3" fmla="*/ 7 h 166"/>
                  <a:gd name="T4" fmla="*/ 0 w 170"/>
                  <a:gd name="T5" fmla="*/ 3 h 166"/>
                  <a:gd name="T6" fmla="*/ 3 w 170"/>
                  <a:gd name="T7" fmla="*/ 0 h 166"/>
                  <a:gd name="T8" fmla="*/ 6 w 170"/>
                  <a:gd name="T9" fmla="*/ 3 h 166"/>
                  <a:gd name="T10" fmla="*/ 5 w 170"/>
                  <a:gd name="T11" fmla="*/ 8 h 166"/>
                  <a:gd name="T12" fmla="*/ 1 w 170"/>
                  <a:gd name="T13" fmla="*/ 9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0" h="166">
                    <a:moveTo>
                      <a:pt x="124" y="166"/>
                    </a:moveTo>
                    <a:lnTo>
                      <a:pt x="62" y="161"/>
                    </a:lnTo>
                    <a:lnTo>
                      <a:pt x="0" y="151"/>
                    </a:lnTo>
                    <a:lnTo>
                      <a:pt x="4" y="108"/>
                    </a:lnTo>
                    <a:lnTo>
                      <a:pt x="67" y="118"/>
                    </a:lnTo>
                    <a:lnTo>
                      <a:pt x="104" y="84"/>
                    </a:lnTo>
                    <a:lnTo>
                      <a:pt x="86" y="0"/>
                    </a:lnTo>
                    <a:lnTo>
                      <a:pt x="134" y="6"/>
                    </a:lnTo>
                    <a:lnTo>
                      <a:pt x="170" y="54"/>
                    </a:lnTo>
                    <a:lnTo>
                      <a:pt x="168" y="118"/>
                    </a:lnTo>
                    <a:lnTo>
                      <a:pt x="124" y="166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5AE0C90A-D498-0B69-F478-E3BAD8D86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13" y="6138488"/>
                <a:ext cx="31750" cy="36513"/>
              </a:xfrm>
              <a:custGeom>
                <a:avLst/>
                <a:gdLst>
                  <a:gd name="T0" fmla="*/ 1 w 97"/>
                  <a:gd name="T1" fmla="*/ 9 h 116"/>
                  <a:gd name="T2" fmla="*/ 2 w 97"/>
                  <a:gd name="T3" fmla="*/ 7 h 116"/>
                  <a:gd name="T4" fmla="*/ 0 w 97"/>
                  <a:gd name="T5" fmla="*/ 3 h 116"/>
                  <a:gd name="T6" fmla="*/ 3 w 97"/>
                  <a:gd name="T7" fmla="*/ 0 h 116"/>
                  <a:gd name="T8" fmla="*/ 6 w 97"/>
                  <a:gd name="T9" fmla="*/ 3 h 116"/>
                  <a:gd name="T10" fmla="*/ 5 w 97"/>
                  <a:gd name="T11" fmla="*/ 8 h 116"/>
                  <a:gd name="T12" fmla="*/ 1 w 97"/>
                  <a:gd name="T13" fmla="*/ 9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16">
                    <a:moveTo>
                      <a:pt x="19" y="116"/>
                    </a:moveTo>
                    <a:lnTo>
                      <a:pt x="0" y="68"/>
                    </a:lnTo>
                    <a:lnTo>
                      <a:pt x="13" y="0"/>
                    </a:lnTo>
                    <a:lnTo>
                      <a:pt x="61" y="6"/>
                    </a:lnTo>
                    <a:lnTo>
                      <a:pt x="97" y="54"/>
                    </a:lnTo>
                    <a:lnTo>
                      <a:pt x="77" y="101"/>
                    </a:lnTo>
                    <a:lnTo>
                      <a:pt x="19" y="116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4" name="Freeform 33">
                <a:extLst>
                  <a:ext uri="{FF2B5EF4-FFF2-40B4-BE49-F238E27FC236}">
                    <a16:creationId xmlns:a16="http://schemas.microsoft.com/office/drawing/2014/main" id="{80C7639A-7125-33C6-AAC9-81BC55AC4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388" y="6425825"/>
                <a:ext cx="31750" cy="22225"/>
              </a:xfrm>
              <a:custGeom>
                <a:avLst/>
                <a:gdLst>
                  <a:gd name="T0" fmla="*/ 1 w 101"/>
                  <a:gd name="T1" fmla="*/ 8 h 71"/>
                  <a:gd name="T2" fmla="*/ 2 w 101"/>
                  <a:gd name="T3" fmla="*/ 7 h 71"/>
                  <a:gd name="T4" fmla="*/ 0 w 101"/>
                  <a:gd name="T5" fmla="*/ 3 h 71"/>
                  <a:gd name="T6" fmla="*/ 3 w 101"/>
                  <a:gd name="T7" fmla="*/ 0 h 71"/>
                  <a:gd name="T8" fmla="*/ 6 w 101"/>
                  <a:gd name="T9" fmla="*/ 3 h 71"/>
                  <a:gd name="T10" fmla="*/ 5 w 101"/>
                  <a:gd name="T11" fmla="*/ 8 h 71"/>
                  <a:gd name="T12" fmla="*/ 1 w 101"/>
                  <a:gd name="T13" fmla="*/ 8 h 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71">
                    <a:moveTo>
                      <a:pt x="61" y="71"/>
                    </a:moveTo>
                    <a:lnTo>
                      <a:pt x="0" y="62"/>
                    </a:lnTo>
                    <a:lnTo>
                      <a:pt x="12" y="11"/>
                    </a:lnTo>
                    <a:lnTo>
                      <a:pt x="48" y="0"/>
                    </a:lnTo>
                    <a:lnTo>
                      <a:pt x="101" y="0"/>
                    </a:lnTo>
                    <a:lnTo>
                      <a:pt x="101" y="58"/>
                    </a:lnTo>
                    <a:lnTo>
                      <a:pt x="61" y="7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6A075A8E-C520-96B8-534C-1A62B0757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212" y="2415523"/>
              <a:ext cx="61913" cy="71438"/>
            </a:xfrm>
            <a:custGeom>
              <a:avLst/>
              <a:gdLst>
                <a:gd name="T0" fmla="*/ 23 w 192"/>
                <a:gd name="T1" fmla="*/ 0 h 225"/>
                <a:gd name="T2" fmla="*/ 8 w 192"/>
                <a:gd name="T3" fmla="*/ 6 h 225"/>
                <a:gd name="T4" fmla="*/ 10 w 192"/>
                <a:gd name="T5" fmla="*/ 22 h 225"/>
                <a:gd name="T6" fmla="*/ 0 w 192"/>
                <a:gd name="T7" fmla="*/ 29 h 225"/>
                <a:gd name="T8" fmla="*/ 7 w 192"/>
                <a:gd name="T9" fmla="*/ 35 h 225"/>
                <a:gd name="T10" fmla="*/ 19 w 192"/>
                <a:gd name="T11" fmla="*/ 31 h 225"/>
                <a:gd name="T12" fmla="*/ 28 w 192"/>
                <a:gd name="T13" fmla="*/ 45 h 225"/>
                <a:gd name="T14" fmla="*/ 33 w 192"/>
                <a:gd name="T15" fmla="*/ 40 h 225"/>
                <a:gd name="T16" fmla="*/ 39 w 192"/>
                <a:gd name="T17" fmla="*/ 36 h 225"/>
                <a:gd name="T18" fmla="*/ 37 w 192"/>
                <a:gd name="T19" fmla="*/ 20 h 225"/>
                <a:gd name="T20" fmla="*/ 32 w 192"/>
                <a:gd name="T21" fmla="*/ 9 h 225"/>
                <a:gd name="T22" fmla="*/ 23 w 192"/>
                <a:gd name="T23" fmla="*/ 0 h 2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2" h="225">
                  <a:moveTo>
                    <a:pt x="111" y="0"/>
                  </a:moveTo>
                  <a:lnTo>
                    <a:pt x="40" y="31"/>
                  </a:lnTo>
                  <a:lnTo>
                    <a:pt x="49" y="111"/>
                  </a:lnTo>
                  <a:lnTo>
                    <a:pt x="0" y="146"/>
                  </a:lnTo>
                  <a:lnTo>
                    <a:pt x="36" y="175"/>
                  </a:lnTo>
                  <a:lnTo>
                    <a:pt x="93" y="153"/>
                  </a:lnTo>
                  <a:lnTo>
                    <a:pt x="136" y="225"/>
                  </a:lnTo>
                  <a:lnTo>
                    <a:pt x="162" y="201"/>
                  </a:lnTo>
                  <a:lnTo>
                    <a:pt x="192" y="180"/>
                  </a:lnTo>
                  <a:lnTo>
                    <a:pt x="180" y="99"/>
                  </a:lnTo>
                  <a:lnTo>
                    <a:pt x="156" y="45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344F5922-7AFB-AE03-2F3B-AF1077681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262" y="5500036"/>
              <a:ext cx="39688" cy="38100"/>
            </a:xfrm>
            <a:custGeom>
              <a:avLst/>
              <a:gdLst>
                <a:gd name="T0" fmla="*/ 22 w 125"/>
                <a:gd name="T1" fmla="*/ 0 h 120"/>
                <a:gd name="T2" fmla="*/ 5 w 125"/>
                <a:gd name="T3" fmla="*/ 1 h 120"/>
                <a:gd name="T4" fmla="*/ 0 w 125"/>
                <a:gd name="T5" fmla="*/ 10 h 120"/>
                <a:gd name="T6" fmla="*/ 6 w 125"/>
                <a:gd name="T7" fmla="*/ 15 h 120"/>
                <a:gd name="T8" fmla="*/ 12 w 125"/>
                <a:gd name="T9" fmla="*/ 18 h 120"/>
                <a:gd name="T10" fmla="*/ 25 w 125"/>
                <a:gd name="T11" fmla="*/ 24 h 120"/>
                <a:gd name="T12" fmla="*/ 23 w 125"/>
                <a:gd name="T13" fmla="*/ 11 h 120"/>
                <a:gd name="T14" fmla="*/ 22 w 125"/>
                <a:gd name="T15" fmla="*/ 0 h 1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5" h="120">
                  <a:moveTo>
                    <a:pt x="111" y="0"/>
                  </a:moveTo>
                  <a:lnTo>
                    <a:pt x="27" y="3"/>
                  </a:lnTo>
                  <a:lnTo>
                    <a:pt x="0" y="48"/>
                  </a:lnTo>
                  <a:lnTo>
                    <a:pt x="32" y="76"/>
                  </a:lnTo>
                  <a:lnTo>
                    <a:pt x="59" y="91"/>
                  </a:lnTo>
                  <a:lnTo>
                    <a:pt x="125" y="120"/>
                  </a:lnTo>
                  <a:lnTo>
                    <a:pt x="116" y="57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326683FC-5A65-EA46-9317-665E1DAA8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562" y="5322236"/>
              <a:ext cx="39688" cy="49213"/>
            </a:xfrm>
            <a:custGeom>
              <a:avLst/>
              <a:gdLst>
                <a:gd name="T0" fmla="*/ 25 w 126"/>
                <a:gd name="T1" fmla="*/ 10 h 152"/>
                <a:gd name="T2" fmla="*/ 16 w 126"/>
                <a:gd name="T3" fmla="*/ 3 h 152"/>
                <a:gd name="T4" fmla="*/ 7 w 126"/>
                <a:gd name="T5" fmla="*/ 0 h 152"/>
                <a:gd name="T6" fmla="*/ 4 w 126"/>
                <a:gd name="T7" fmla="*/ 9 h 152"/>
                <a:gd name="T8" fmla="*/ 0 w 126"/>
                <a:gd name="T9" fmla="*/ 16 h 152"/>
                <a:gd name="T10" fmla="*/ 2 w 126"/>
                <a:gd name="T11" fmla="*/ 25 h 152"/>
                <a:gd name="T12" fmla="*/ 10 w 126"/>
                <a:gd name="T13" fmla="*/ 31 h 152"/>
                <a:gd name="T14" fmla="*/ 17 w 126"/>
                <a:gd name="T15" fmla="*/ 31 h 152"/>
                <a:gd name="T16" fmla="*/ 23 w 126"/>
                <a:gd name="T17" fmla="*/ 26 h 152"/>
                <a:gd name="T18" fmla="*/ 24 w 126"/>
                <a:gd name="T19" fmla="*/ 18 h 152"/>
                <a:gd name="T20" fmla="*/ 25 w 126"/>
                <a:gd name="T21" fmla="*/ 10 h 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6" h="152">
                  <a:moveTo>
                    <a:pt x="126" y="50"/>
                  </a:moveTo>
                  <a:lnTo>
                    <a:pt x="80" y="15"/>
                  </a:lnTo>
                  <a:lnTo>
                    <a:pt x="33" y="0"/>
                  </a:lnTo>
                  <a:lnTo>
                    <a:pt x="21" y="42"/>
                  </a:lnTo>
                  <a:lnTo>
                    <a:pt x="0" y="80"/>
                  </a:lnTo>
                  <a:lnTo>
                    <a:pt x="12" y="125"/>
                  </a:lnTo>
                  <a:lnTo>
                    <a:pt x="48" y="152"/>
                  </a:lnTo>
                  <a:lnTo>
                    <a:pt x="86" y="152"/>
                  </a:lnTo>
                  <a:lnTo>
                    <a:pt x="114" y="126"/>
                  </a:lnTo>
                  <a:lnTo>
                    <a:pt x="122" y="87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3BC6EE5-469A-81B6-F5FD-92B1A5B5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2" y="4499911"/>
              <a:ext cx="28575" cy="25400"/>
            </a:xfrm>
            <a:custGeom>
              <a:avLst/>
              <a:gdLst>
                <a:gd name="T0" fmla="*/ 0 w 92"/>
                <a:gd name="T1" fmla="*/ 6 h 80"/>
                <a:gd name="T2" fmla="*/ 9 w 92"/>
                <a:gd name="T3" fmla="*/ 16 h 80"/>
                <a:gd name="T4" fmla="*/ 18 w 92"/>
                <a:gd name="T5" fmla="*/ 7 h 80"/>
                <a:gd name="T6" fmla="*/ 7 w 92"/>
                <a:gd name="T7" fmla="*/ 0 h 80"/>
                <a:gd name="T8" fmla="*/ 0 w 92"/>
                <a:gd name="T9" fmla="*/ 6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80">
                  <a:moveTo>
                    <a:pt x="0" y="29"/>
                  </a:moveTo>
                  <a:lnTo>
                    <a:pt x="45" y="80"/>
                  </a:lnTo>
                  <a:lnTo>
                    <a:pt x="92" y="35"/>
                  </a:lnTo>
                  <a:lnTo>
                    <a:pt x="35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C67B106A-1711-1E83-6011-51637F830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949" y="5355573"/>
              <a:ext cx="20638" cy="20638"/>
            </a:xfrm>
            <a:custGeom>
              <a:avLst/>
              <a:gdLst>
                <a:gd name="T0" fmla="*/ 0 w 65"/>
                <a:gd name="T1" fmla="*/ 3 h 66"/>
                <a:gd name="T2" fmla="*/ 6 w 65"/>
                <a:gd name="T3" fmla="*/ 13 h 66"/>
                <a:gd name="T4" fmla="*/ 13 w 65"/>
                <a:gd name="T5" fmla="*/ 11 h 66"/>
                <a:gd name="T6" fmla="*/ 12 w 65"/>
                <a:gd name="T7" fmla="*/ 2 h 66"/>
                <a:gd name="T8" fmla="*/ 5 w 65"/>
                <a:gd name="T9" fmla="*/ 0 h 66"/>
                <a:gd name="T10" fmla="*/ 0 w 65"/>
                <a:gd name="T11" fmla="*/ 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66">
                  <a:moveTo>
                    <a:pt x="0" y="15"/>
                  </a:moveTo>
                  <a:lnTo>
                    <a:pt x="29" y="66"/>
                  </a:lnTo>
                  <a:lnTo>
                    <a:pt x="65" y="56"/>
                  </a:lnTo>
                  <a:lnTo>
                    <a:pt x="60" y="9"/>
                  </a:lnTo>
                  <a:lnTo>
                    <a:pt x="26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9" name="Group 293">
              <a:extLst>
                <a:ext uri="{FF2B5EF4-FFF2-40B4-BE49-F238E27FC236}">
                  <a16:creationId xmlns:a16="http://schemas.microsoft.com/office/drawing/2014/main" id="{184B5542-A016-D34E-B61C-6A0DDD22A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499" y="5209523"/>
              <a:ext cx="354013" cy="744538"/>
              <a:chOff x="507" y="3356"/>
              <a:chExt cx="223" cy="469"/>
            </a:xfrm>
          </p:grpSpPr>
          <p:sp>
            <p:nvSpPr>
              <p:cNvPr id="63" name="Freeform 33">
                <a:extLst>
                  <a:ext uri="{FF2B5EF4-FFF2-40B4-BE49-F238E27FC236}">
                    <a16:creationId xmlns:a16="http://schemas.microsoft.com/office/drawing/2014/main" id="{7A6EC6BE-4DA3-64C4-896D-3B16C8015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" y="3436"/>
                <a:ext cx="13" cy="20"/>
              </a:xfrm>
              <a:custGeom>
                <a:avLst/>
                <a:gdLst>
                  <a:gd name="T0" fmla="*/ 1 w 68"/>
                  <a:gd name="T1" fmla="*/ 8 h 102"/>
                  <a:gd name="T2" fmla="*/ 2 w 68"/>
                  <a:gd name="T3" fmla="*/ 6 h 102"/>
                  <a:gd name="T4" fmla="*/ 0 w 68"/>
                  <a:gd name="T5" fmla="*/ 3 h 102"/>
                  <a:gd name="T6" fmla="*/ 3 w 68"/>
                  <a:gd name="T7" fmla="*/ 0 h 102"/>
                  <a:gd name="T8" fmla="*/ 6 w 68"/>
                  <a:gd name="T9" fmla="*/ 3 h 102"/>
                  <a:gd name="T10" fmla="*/ 5 w 68"/>
                  <a:gd name="T11" fmla="*/ 8 h 102"/>
                  <a:gd name="T12" fmla="*/ 1 w 68"/>
                  <a:gd name="T13" fmla="*/ 8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102">
                    <a:moveTo>
                      <a:pt x="24" y="102"/>
                    </a:moveTo>
                    <a:lnTo>
                      <a:pt x="0" y="73"/>
                    </a:lnTo>
                    <a:lnTo>
                      <a:pt x="9" y="29"/>
                    </a:lnTo>
                    <a:lnTo>
                      <a:pt x="26" y="1"/>
                    </a:lnTo>
                    <a:lnTo>
                      <a:pt x="50" y="0"/>
                    </a:lnTo>
                    <a:lnTo>
                      <a:pt x="68" y="34"/>
                    </a:lnTo>
                    <a:lnTo>
                      <a:pt x="56" y="84"/>
                    </a:lnTo>
                    <a:lnTo>
                      <a:pt x="24" y="10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4" name="Freeform 33">
                <a:extLst>
                  <a:ext uri="{FF2B5EF4-FFF2-40B4-BE49-F238E27FC236}">
                    <a16:creationId xmlns:a16="http://schemas.microsoft.com/office/drawing/2014/main" id="{1AC20595-2ECC-ECE9-06F2-65CE7C716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" y="3480"/>
                <a:ext cx="15" cy="16"/>
              </a:xfrm>
              <a:custGeom>
                <a:avLst/>
                <a:gdLst>
                  <a:gd name="T0" fmla="*/ 1 w 74"/>
                  <a:gd name="T1" fmla="*/ 8 h 82"/>
                  <a:gd name="T2" fmla="*/ 2 w 74"/>
                  <a:gd name="T3" fmla="*/ 6 h 82"/>
                  <a:gd name="T4" fmla="*/ 0 w 74"/>
                  <a:gd name="T5" fmla="*/ 3 h 82"/>
                  <a:gd name="T6" fmla="*/ 3 w 74"/>
                  <a:gd name="T7" fmla="*/ 0 h 82"/>
                  <a:gd name="T8" fmla="*/ 6 w 74"/>
                  <a:gd name="T9" fmla="*/ 3 h 82"/>
                  <a:gd name="T10" fmla="*/ 5 w 74"/>
                  <a:gd name="T11" fmla="*/ 8 h 82"/>
                  <a:gd name="T12" fmla="*/ 1 w 74"/>
                  <a:gd name="T13" fmla="*/ 8 h 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4" h="82">
                    <a:moveTo>
                      <a:pt x="24" y="82"/>
                    </a:moveTo>
                    <a:lnTo>
                      <a:pt x="3" y="74"/>
                    </a:lnTo>
                    <a:lnTo>
                      <a:pt x="0" y="53"/>
                    </a:lnTo>
                    <a:lnTo>
                      <a:pt x="9" y="9"/>
                    </a:lnTo>
                    <a:lnTo>
                      <a:pt x="32" y="0"/>
                    </a:lnTo>
                    <a:lnTo>
                      <a:pt x="50" y="0"/>
                    </a:lnTo>
                    <a:lnTo>
                      <a:pt x="68" y="14"/>
                    </a:lnTo>
                    <a:lnTo>
                      <a:pt x="74" y="45"/>
                    </a:lnTo>
                    <a:lnTo>
                      <a:pt x="59" y="78"/>
                    </a:lnTo>
                    <a:lnTo>
                      <a:pt x="24" y="8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5" name="Freeform 33">
                <a:extLst>
                  <a:ext uri="{FF2B5EF4-FFF2-40B4-BE49-F238E27FC236}">
                    <a16:creationId xmlns:a16="http://schemas.microsoft.com/office/drawing/2014/main" id="{4376DA08-E395-5E2D-29A7-51F532CB8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" y="3356"/>
                <a:ext cx="18" cy="21"/>
              </a:xfrm>
              <a:custGeom>
                <a:avLst/>
                <a:gdLst>
                  <a:gd name="T0" fmla="*/ 1 w 91"/>
                  <a:gd name="T1" fmla="*/ 9 h 106"/>
                  <a:gd name="T2" fmla="*/ 2 w 91"/>
                  <a:gd name="T3" fmla="*/ 7 h 106"/>
                  <a:gd name="T4" fmla="*/ 0 w 91"/>
                  <a:gd name="T5" fmla="*/ 3 h 106"/>
                  <a:gd name="T6" fmla="*/ 3 w 91"/>
                  <a:gd name="T7" fmla="*/ 0 h 106"/>
                  <a:gd name="T8" fmla="*/ 6 w 91"/>
                  <a:gd name="T9" fmla="*/ 3 h 106"/>
                  <a:gd name="T10" fmla="*/ 5 w 91"/>
                  <a:gd name="T11" fmla="*/ 8 h 106"/>
                  <a:gd name="T12" fmla="*/ 1 w 91"/>
                  <a:gd name="T13" fmla="*/ 9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" h="106">
                    <a:moveTo>
                      <a:pt x="24" y="102"/>
                    </a:moveTo>
                    <a:lnTo>
                      <a:pt x="0" y="73"/>
                    </a:lnTo>
                    <a:lnTo>
                      <a:pt x="9" y="29"/>
                    </a:lnTo>
                    <a:lnTo>
                      <a:pt x="26" y="1"/>
                    </a:lnTo>
                    <a:lnTo>
                      <a:pt x="50" y="0"/>
                    </a:lnTo>
                    <a:lnTo>
                      <a:pt x="87" y="25"/>
                    </a:lnTo>
                    <a:lnTo>
                      <a:pt x="91" y="59"/>
                    </a:lnTo>
                    <a:lnTo>
                      <a:pt x="84" y="82"/>
                    </a:lnTo>
                    <a:lnTo>
                      <a:pt x="55" y="106"/>
                    </a:lnTo>
                    <a:lnTo>
                      <a:pt x="24" y="10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6" name="Freeform 33">
                <a:extLst>
                  <a:ext uri="{FF2B5EF4-FFF2-40B4-BE49-F238E27FC236}">
                    <a16:creationId xmlns:a16="http://schemas.microsoft.com/office/drawing/2014/main" id="{05B63299-9731-04D5-89C8-EA7C36274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3482"/>
                <a:ext cx="11" cy="16"/>
              </a:xfrm>
              <a:custGeom>
                <a:avLst/>
                <a:gdLst>
                  <a:gd name="T0" fmla="*/ 1 w 56"/>
                  <a:gd name="T1" fmla="*/ 9 h 78"/>
                  <a:gd name="T2" fmla="*/ 2 w 56"/>
                  <a:gd name="T3" fmla="*/ 7 h 78"/>
                  <a:gd name="T4" fmla="*/ 0 w 56"/>
                  <a:gd name="T5" fmla="*/ 3 h 78"/>
                  <a:gd name="T6" fmla="*/ 3 w 56"/>
                  <a:gd name="T7" fmla="*/ 0 h 78"/>
                  <a:gd name="T8" fmla="*/ 6 w 56"/>
                  <a:gd name="T9" fmla="*/ 3 h 78"/>
                  <a:gd name="T10" fmla="*/ 5 w 56"/>
                  <a:gd name="T11" fmla="*/ 8 h 78"/>
                  <a:gd name="T12" fmla="*/ 1 w 56"/>
                  <a:gd name="T13" fmla="*/ 9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78">
                    <a:moveTo>
                      <a:pt x="24" y="76"/>
                    </a:moveTo>
                    <a:lnTo>
                      <a:pt x="4" y="68"/>
                    </a:lnTo>
                    <a:lnTo>
                      <a:pt x="0" y="47"/>
                    </a:lnTo>
                    <a:lnTo>
                      <a:pt x="7" y="9"/>
                    </a:lnTo>
                    <a:lnTo>
                      <a:pt x="31" y="0"/>
                    </a:lnTo>
                    <a:lnTo>
                      <a:pt x="45" y="11"/>
                    </a:lnTo>
                    <a:lnTo>
                      <a:pt x="55" y="26"/>
                    </a:lnTo>
                    <a:lnTo>
                      <a:pt x="56" y="58"/>
                    </a:lnTo>
                    <a:lnTo>
                      <a:pt x="46" y="78"/>
                    </a:lnTo>
                    <a:lnTo>
                      <a:pt x="24" y="76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7" name="Freeform 33">
                <a:extLst>
                  <a:ext uri="{FF2B5EF4-FFF2-40B4-BE49-F238E27FC236}">
                    <a16:creationId xmlns:a16="http://schemas.microsoft.com/office/drawing/2014/main" id="{64C278EE-109B-F7F5-4068-7D7FE8F4C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" y="3521"/>
                <a:ext cx="12" cy="17"/>
              </a:xfrm>
              <a:custGeom>
                <a:avLst/>
                <a:gdLst>
                  <a:gd name="T0" fmla="*/ 1 w 60"/>
                  <a:gd name="T1" fmla="*/ 9 h 85"/>
                  <a:gd name="T2" fmla="*/ 2 w 60"/>
                  <a:gd name="T3" fmla="*/ 7 h 85"/>
                  <a:gd name="T4" fmla="*/ 0 w 60"/>
                  <a:gd name="T5" fmla="*/ 3 h 85"/>
                  <a:gd name="T6" fmla="*/ 3 w 60"/>
                  <a:gd name="T7" fmla="*/ 0 h 85"/>
                  <a:gd name="T8" fmla="*/ 6 w 60"/>
                  <a:gd name="T9" fmla="*/ 3 h 85"/>
                  <a:gd name="T10" fmla="*/ 5 w 60"/>
                  <a:gd name="T11" fmla="*/ 8 h 85"/>
                  <a:gd name="T12" fmla="*/ 1 w 60"/>
                  <a:gd name="T13" fmla="*/ 9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85">
                    <a:moveTo>
                      <a:pt x="22" y="85"/>
                    </a:moveTo>
                    <a:lnTo>
                      <a:pt x="1" y="74"/>
                    </a:lnTo>
                    <a:lnTo>
                      <a:pt x="0" y="47"/>
                    </a:lnTo>
                    <a:lnTo>
                      <a:pt x="3" y="19"/>
                    </a:lnTo>
                    <a:lnTo>
                      <a:pt x="31" y="0"/>
                    </a:lnTo>
                    <a:lnTo>
                      <a:pt x="52" y="18"/>
                    </a:lnTo>
                    <a:lnTo>
                      <a:pt x="60" y="42"/>
                    </a:lnTo>
                    <a:lnTo>
                      <a:pt x="58" y="67"/>
                    </a:lnTo>
                    <a:lnTo>
                      <a:pt x="46" y="78"/>
                    </a:lnTo>
                    <a:lnTo>
                      <a:pt x="22" y="85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8" name="Freeform 33">
                <a:extLst>
                  <a:ext uri="{FF2B5EF4-FFF2-40B4-BE49-F238E27FC236}">
                    <a16:creationId xmlns:a16="http://schemas.microsoft.com/office/drawing/2014/main" id="{AF28B2FE-2652-42B1-E053-4FFCBB3E4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" y="3454"/>
                <a:ext cx="12" cy="15"/>
              </a:xfrm>
              <a:custGeom>
                <a:avLst/>
                <a:gdLst>
                  <a:gd name="T0" fmla="*/ 1 w 60"/>
                  <a:gd name="T1" fmla="*/ 9 h 72"/>
                  <a:gd name="T2" fmla="*/ 2 w 60"/>
                  <a:gd name="T3" fmla="*/ 7 h 72"/>
                  <a:gd name="T4" fmla="*/ 0 w 60"/>
                  <a:gd name="T5" fmla="*/ 3 h 72"/>
                  <a:gd name="T6" fmla="*/ 3 w 60"/>
                  <a:gd name="T7" fmla="*/ 0 h 72"/>
                  <a:gd name="T8" fmla="*/ 6 w 60"/>
                  <a:gd name="T9" fmla="*/ 3 h 72"/>
                  <a:gd name="T10" fmla="*/ 5 w 60"/>
                  <a:gd name="T11" fmla="*/ 8 h 72"/>
                  <a:gd name="T12" fmla="*/ 1 w 60"/>
                  <a:gd name="T13" fmla="*/ 9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72">
                    <a:moveTo>
                      <a:pt x="27" y="72"/>
                    </a:moveTo>
                    <a:lnTo>
                      <a:pt x="7" y="62"/>
                    </a:lnTo>
                    <a:lnTo>
                      <a:pt x="0" y="38"/>
                    </a:lnTo>
                    <a:lnTo>
                      <a:pt x="3" y="10"/>
                    </a:lnTo>
                    <a:lnTo>
                      <a:pt x="33" y="0"/>
                    </a:lnTo>
                    <a:lnTo>
                      <a:pt x="52" y="9"/>
                    </a:lnTo>
                    <a:lnTo>
                      <a:pt x="60" y="33"/>
                    </a:lnTo>
                    <a:lnTo>
                      <a:pt x="58" y="58"/>
                    </a:lnTo>
                    <a:lnTo>
                      <a:pt x="46" y="69"/>
                    </a:lnTo>
                    <a:lnTo>
                      <a:pt x="27" y="7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Freeform 33">
                <a:extLst>
                  <a:ext uri="{FF2B5EF4-FFF2-40B4-BE49-F238E27FC236}">
                    <a16:creationId xmlns:a16="http://schemas.microsoft.com/office/drawing/2014/main" id="{8E528363-2033-D179-D5F2-4B3FE49CA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509"/>
                <a:ext cx="11" cy="12"/>
              </a:xfrm>
              <a:custGeom>
                <a:avLst/>
                <a:gdLst>
                  <a:gd name="T0" fmla="*/ 1 w 58"/>
                  <a:gd name="T1" fmla="*/ 8 h 63"/>
                  <a:gd name="T2" fmla="*/ 2 w 58"/>
                  <a:gd name="T3" fmla="*/ 6 h 63"/>
                  <a:gd name="T4" fmla="*/ 0 w 58"/>
                  <a:gd name="T5" fmla="*/ 2 h 63"/>
                  <a:gd name="T6" fmla="*/ 3 w 58"/>
                  <a:gd name="T7" fmla="*/ 0 h 63"/>
                  <a:gd name="T8" fmla="*/ 6 w 58"/>
                  <a:gd name="T9" fmla="*/ 3 h 63"/>
                  <a:gd name="T10" fmla="*/ 5 w 58"/>
                  <a:gd name="T11" fmla="*/ 8 h 63"/>
                  <a:gd name="T12" fmla="*/ 1 w 58"/>
                  <a:gd name="T13" fmla="*/ 8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63">
                    <a:moveTo>
                      <a:pt x="24" y="61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1" y="10"/>
                    </a:lnTo>
                    <a:lnTo>
                      <a:pt x="26" y="0"/>
                    </a:lnTo>
                    <a:lnTo>
                      <a:pt x="47" y="1"/>
                    </a:lnTo>
                    <a:lnTo>
                      <a:pt x="58" y="16"/>
                    </a:lnTo>
                    <a:lnTo>
                      <a:pt x="56" y="43"/>
                    </a:lnTo>
                    <a:lnTo>
                      <a:pt x="46" y="63"/>
                    </a:lnTo>
                    <a:lnTo>
                      <a:pt x="24" y="6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7A060DF8-D934-4A94-F977-9F3CF8BD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3412"/>
                <a:ext cx="12" cy="14"/>
              </a:xfrm>
              <a:custGeom>
                <a:avLst/>
                <a:gdLst>
                  <a:gd name="T0" fmla="*/ 1 w 60"/>
                  <a:gd name="T1" fmla="*/ 8 h 72"/>
                  <a:gd name="T2" fmla="*/ 2 w 60"/>
                  <a:gd name="T3" fmla="*/ 6 h 72"/>
                  <a:gd name="T4" fmla="*/ 0 w 60"/>
                  <a:gd name="T5" fmla="*/ 3 h 72"/>
                  <a:gd name="T6" fmla="*/ 3 w 60"/>
                  <a:gd name="T7" fmla="*/ 0 h 72"/>
                  <a:gd name="T8" fmla="*/ 6 w 60"/>
                  <a:gd name="T9" fmla="*/ 3 h 72"/>
                  <a:gd name="T10" fmla="*/ 5 w 60"/>
                  <a:gd name="T11" fmla="*/ 8 h 72"/>
                  <a:gd name="T12" fmla="*/ 1 w 60"/>
                  <a:gd name="T13" fmla="*/ 8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72">
                    <a:moveTo>
                      <a:pt x="16" y="68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" y="11"/>
                    </a:lnTo>
                    <a:lnTo>
                      <a:pt x="26" y="0"/>
                    </a:lnTo>
                    <a:lnTo>
                      <a:pt x="47" y="1"/>
                    </a:lnTo>
                    <a:lnTo>
                      <a:pt x="60" y="18"/>
                    </a:lnTo>
                    <a:lnTo>
                      <a:pt x="58" y="60"/>
                    </a:lnTo>
                    <a:lnTo>
                      <a:pt x="40" y="72"/>
                    </a:lnTo>
                    <a:lnTo>
                      <a:pt x="16" y="68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1" name="Freeform 33">
                <a:extLst>
                  <a:ext uri="{FF2B5EF4-FFF2-40B4-BE49-F238E27FC236}">
                    <a16:creationId xmlns:a16="http://schemas.microsoft.com/office/drawing/2014/main" id="{4950E09A-B2C0-1C42-BF61-5188CC637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" y="3524"/>
                <a:ext cx="11" cy="13"/>
              </a:xfrm>
              <a:custGeom>
                <a:avLst/>
                <a:gdLst>
                  <a:gd name="T0" fmla="*/ 1 w 58"/>
                  <a:gd name="T1" fmla="*/ 9 h 63"/>
                  <a:gd name="T2" fmla="*/ 2 w 58"/>
                  <a:gd name="T3" fmla="*/ 7 h 63"/>
                  <a:gd name="T4" fmla="*/ 0 w 58"/>
                  <a:gd name="T5" fmla="*/ 3 h 63"/>
                  <a:gd name="T6" fmla="*/ 3 w 58"/>
                  <a:gd name="T7" fmla="*/ 0 h 63"/>
                  <a:gd name="T8" fmla="*/ 6 w 58"/>
                  <a:gd name="T9" fmla="*/ 3 h 63"/>
                  <a:gd name="T10" fmla="*/ 5 w 58"/>
                  <a:gd name="T11" fmla="*/ 8 h 63"/>
                  <a:gd name="T12" fmla="*/ 1 w 58"/>
                  <a:gd name="T13" fmla="*/ 9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63">
                    <a:moveTo>
                      <a:pt x="24" y="61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1" y="10"/>
                    </a:lnTo>
                    <a:lnTo>
                      <a:pt x="26" y="0"/>
                    </a:lnTo>
                    <a:lnTo>
                      <a:pt x="47" y="1"/>
                    </a:lnTo>
                    <a:lnTo>
                      <a:pt x="58" y="16"/>
                    </a:lnTo>
                    <a:lnTo>
                      <a:pt x="56" y="43"/>
                    </a:lnTo>
                    <a:lnTo>
                      <a:pt x="46" y="63"/>
                    </a:lnTo>
                    <a:lnTo>
                      <a:pt x="24" y="6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2" name="Freeform 33">
                <a:extLst>
                  <a:ext uri="{FF2B5EF4-FFF2-40B4-BE49-F238E27FC236}">
                    <a16:creationId xmlns:a16="http://schemas.microsoft.com/office/drawing/2014/main" id="{5236D8B7-5441-37C5-ED79-0F6A98519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3429"/>
                <a:ext cx="12" cy="12"/>
              </a:xfrm>
              <a:custGeom>
                <a:avLst/>
                <a:gdLst>
                  <a:gd name="T0" fmla="*/ 1 w 58"/>
                  <a:gd name="T1" fmla="*/ 8 h 63"/>
                  <a:gd name="T2" fmla="*/ 2 w 58"/>
                  <a:gd name="T3" fmla="*/ 6 h 63"/>
                  <a:gd name="T4" fmla="*/ 0 w 58"/>
                  <a:gd name="T5" fmla="*/ 2 h 63"/>
                  <a:gd name="T6" fmla="*/ 3 w 58"/>
                  <a:gd name="T7" fmla="*/ 0 h 63"/>
                  <a:gd name="T8" fmla="*/ 6 w 58"/>
                  <a:gd name="T9" fmla="*/ 3 h 63"/>
                  <a:gd name="T10" fmla="*/ 5 w 58"/>
                  <a:gd name="T11" fmla="*/ 8 h 63"/>
                  <a:gd name="T12" fmla="*/ 1 w 58"/>
                  <a:gd name="T13" fmla="*/ 8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63">
                    <a:moveTo>
                      <a:pt x="24" y="61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1" y="10"/>
                    </a:lnTo>
                    <a:lnTo>
                      <a:pt x="26" y="0"/>
                    </a:lnTo>
                    <a:lnTo>
                      <a:pt x="47" y="1"/>
                    </a:lnTo>
                    <a:lnTo>
                      <a:pt x="58" y="16"/>
                    </a:lnTo>
                    <a:lnTo>
                      <a:pt x="56" y="43"/>
                    </a:lnTo>
                    <a:lnTo>
                      <a:pt x="46" y="63"/>
                    </a:lnTo>
                    <a:lnTo>
                      <a:pt x="24" y="6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3" name="Freeform 33">
                <a:extLst>
                  <a:ext uri="{FF2B5EF4-FFF2-40B4-BE49-F238E27FC236}">
                    <a16:creationId xmlns:a16="http://schemas.microsoft.com/office/drawing/2014/main" id="{C1FBEA27-A8B4-00CD-EE5E-960614FC2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" y="3440"/>
                <a:ext cx="11" cy="12"/>
              </a:xfrm>
              <a:custGeom>
                <a:avLst/>
                <a:gdLst>
                  <a:gd name="T0" fmla="*/ 1 w 55"/>
                  <a:gd name="T1" fmla="*/ 8 h 63"/>
                  <a:gd name="T2" fmla="*/ 2 w 55"/>
                  <a:gd name="T3" fmla="*/ 6 h 63"/>
                  <a:gd name="T4" fmla="*/ 0 w 55"/>
                  <a:gd name="T5" fmla="*/ 2 h 63"/>
                  <a:gd name="T6" fmla="*/ 3 w 55"/>
                  <a:gd name="T7" fmla="*/ 0 h 63"/>
                  <a:gd name="T8" fmla="*/ 6 w 55"/>
                  <a:gd name="T9" fmla="*/ 3 h 63"/>
                  <a:gd name="T10" fmla="*/ 5 w 55"/>
                  <a:gd name="T11" fmla="*/ 8 h 63"/>
                  <a:gd name="T12" fmla="*/ 1 w 55"/>
                  <a:gd name="T13" fmla="*/ 8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63">
                    <a:moveTo>
                      <a:pt x="24" y="61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1" y="10"/>
                    </a:lnTo>
                    <a:lnTo>
                      <a:pt x="26" y="0"/>
                    </a:lnTo>
                    <a:lnTo>
                      <a:pt x="43" y="5"/>
                    </a:lnTo>
                    <a:lnTo>
                      <a:pt x="51" y="24"/>
                    </a:lnTo>
                    <a:lnTo>
                      <a:pt x="55" y="44"/>
                    </a:lnTo>
                    <a:lnTo>
                      <a:pt x="46" y="63"/>
                    </a:lnTo>
                    <a:lnTo>
                      <a:pt x="24" y="6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" name="Freeform 33">
                <a:extLst>
                  <a:ext uri="{FF2B5EF4-FFF2-40B4-BE49-F238E27FC236}">
                    <a16:creationId xmlns:a16="http://schemas.microsoft.com/office/drawing/2014/main" id="{88B4FF4E-32DF-4BF5-301D-6251B57EC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" y="3564"/>
                <a:ext cx="15" cy="14"/>
              </a:xfrm>
              <a:custGeom>
                <a:avLst/>
                <a:gdLst>
                  <a:gd name="T0" fmla="*/ 1 w 75"/>
                  <a:gd name="T1" fmla="*/ 8 h 73"/>
                  <a:gd name="T2" fmla="*/ 2 w 75"/>
                  <a:gd name="T3" fmla="*/ 6 h 73"/>
                  <a:gd name="T4" fmla="*/ 0 w 75"/>
                  <a:gd name="T5" fmla="*/ 2 h 73"/>
                  <a:gd name="T6" fmla="*/ 3 w 75"/>
                  <a:gd name="T7" fmla="*/ 0 h 73"/>
                  <a:gd name="T8" fmla="*/ 6 w 75"/>
                  <a:gd name="T9" fmla="*/ 3 h 73"/>
                  <a:gd name="T10" fmla="*/ 5 w 75"/>
                  <a:gd name="T11" fmla="*/ 8 h 73"/>
                  <a:gd name="T12" fmla="*/ 1 w 75"/>
                  <a:gd name="T13" fmla="*/ 8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5" h="73">
                    <a:moveTo>
                      <a:pt x="21" y="73"/>
                    </a:moveTo>
                    <a:lnTo>
                      <a:pt x="3" y="55"/>
                    </a:lnTo>
                    <a:lnTo>
                      <a:pt x="0" y="27"/>
                    </a:lnTo>
                    <a:lnTo>
                      <a:pt x="18" y="0"/>
                    </a:lnTo>
                    <a:lnTo>
                      <a:pt x="43" y="1"/>
                    </a:lnTo>
                    <a:lnTo>
                      <a:pt x="64" y="2"/>
                    </a:lnTo>
                    <a:lnTo>
                      <a:pt x="75" y="17"/>
                    </a:lnTo>
                    <a:lnTo>
                      <a:pt x="73" y="44"/>
                    </a:lnTo>
                    <a:lnTo>
                      <a:pt x="46" y="73"/>
                    </a:lnTo>
                    <a:lnTo>
                      <a:pt x="21" y="73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" name="Freeform 33">
                <a:extLst>
                  <a:ext uri="{FF2B5EF4-FFF2-40B4-BE49-F238E27FC236}">
                    <a16:creationId xmlns:a16="http://schemas.microsoft.com/office/drawing/2014/main" id="{7A29A878-C6E5-B2D0-B324-E73E2D34F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" y="3603"/>
                <a:ext cx="13" cy="17"/>
              </a:xfrm>
              <a:custGeom>
                <a:avLst/>
                <a:gdLst>
                  <a:gd name="T0" fmla="*/ 1 w 65"/>
                  <a:gd name="T1" fmla="*/ 9 h 82"/>
                  <a:gd name="T2" fmla="*/ 2 w 65"/>
                  <a:gd name="T3" fmla="*/ 7 h 82"/>
                  <a:gd name="T4" fmla="*/ 0 w 65"/>
                  <a:gd name="T5" fmla="*/ 3 h 82"/>
                  <a:gd name="T6" fmla="*/ 3 w 65"/>
                  <a:gd name="T7" fmla="*/ 0 h 82"/>
                  <a:gd name="T8" fmla="*/ 6 w 65"/>
                  <a:gd name="T9" fmla="*/ 3 h 82"/>
                  <a:gd name="T10" fmla="*/ 5 w 65"/>
                  <a:gd name="T11" fmla="*/ 8 h 82"/>
                  <a:gd name="T12" fmla="*/ 1 w 65"/>
                  <a:gd name="T13" fmla="*/ 9 h 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82">
                    <a:moveTo>
                      <a:pt x="12" y="82"/>
                    </a:moveTo>
                    <a:lnTo>
                      <a:pt x="0" y="61"/>
                    </a:lnTo>
                    <a:lnTo>
                      <a:pt x="7" y="32"/>
                    </a:lnTo>
                    <a:lnTo>
                      <a:pt x="18" y="10"/>
                    </a:lnTo>
                    <a:lnTo>
                      <a:pt x="33" y="0"/>
                    </a:lnTo>
                    <a:lnTo>
                      <a:pt x="54" y="1"/>
                    </a:lnTo>
                    <a:lnTo>
                      <a:pt x="65" y="16"/>
                    </a:lnTo>
                    <a:lnTo>
                      <a:pt x="57" y="46"/>
                    </a:lnTo>
                    <a:lnTo>
                      <a:pt x="37" y="76"/>
                    </a:lnTo>
                    <a:lnTo>
                      <a:pt x="12" y="8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0D74CCF0-5C7C-CDED-D01D-0D07D2231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" y="3806"/>
                <a:ext cx="15" cy="19"/>
              </a:xfrm>
              <a:custGeom>
                <a:avLst/>
                <a:gdLst>
                  <a:gd name="T0" fmla="*/ 1 w 73"/>
                  <a:gd name="T1" fmla="*/ 9 h 93"/>
                  <a:gd name="T2" fmla="*/ 2 w 73"/>
                  <a:gd name="T3" fmla="*/ 7 h 93"/>
                  <a:gd name="T4" fmla="*/ 0 w 73"/>
                  <a:gd name="T5" fmla="*/ 3 h 93"/>
                  <a:gd name="T6" fmla="*/ 3 w 73"/>
                  <a:gd name="T7" fmla="*/ 0 h 93"/>
                  <a:gd name="T8" fmla="*/ 6 w 73"/>
                  <a:gd name="T9" fmla="*/ 3 h 93"/>
                  <a:gd name="T10" fmla="*/ 5 w 73"/>
                  <a:gd name="T11" fmla="*/ 8 h 93"/>
                  <a:gd name="T12" fmla="*/ 1 w 73"/>
                  <a:gd name="T13" fmla="*/ 9 h 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93">
                    <a:moveTo>
                      <a:pt x="22" y="90"/>
                    </a:moveTo>
                    <a:lnTo>
                      <a:pt x="0" y="72"/>
                    </a:lnTo>
                    <a:lnTo>
                      <a:pt x="1" y="39"/>
                    </a:lnTo>
                    <a:lnTo>
                      <a:pt x="12" y="14"/>
                    </a:lnTo>
                    <a:lnTo>
                      <a:pt x="30" y="0"/>
                    </a:lnTo>
                    <a:lnTo>
                      <a:pt x="54" y="0"/>
                    </a:lnTo>
                    <a:lnTo>
                      <a:pt x="67" y="18"/>
                    </a:lnTo>
                    <a:lnTo>
                      <a:pt x="73" y="42"/>
                    </a:lnTo>
                    <a:lnTo>
                      <a:pt x="70" y="77"/>
                    </a:lnTo>
                    <a:lnTo>
                      <a:pt x="51" y="93"/>
                    </a:lnTo>
                    <a:lnTo>
                      <a:pt x="22" y="90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" name="Freeform 33">
                <a:extLst>
                  <a:ext uri="{FF2B5EF4-FFF2-40B4-BE49-F238E27FC236}">
                    <a16:creationId xmlns:a16="http://schemas.microsoft.com/office/drawing/2014/main" id="{96B47C54-0CFA-DC08-FD2A-3F18DFB89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609"/>
                <a:ext cx="12" cy="13"/>
              </a:xfrm>
              <a:custGeom>
                <a:avLst/>
                <a:gdLst>
                  <a:gd name="T0" fmla="*/ 1 w 58"/>
                  <a:gd name="T1" fmla="*/ 9 h 63"/>
                  <a:gd name="T2" fmla="*/ 2 w 58"/>
                  <a:gd name="T3" fmla="*/ 7 h 63"/>
                  <a:gd name="T4" fmla="*/ 0 w 58"/>
                  <a:gd name="T5" fmla="*/ 3 h 63"/>
                  <a:gd name="T6" fmla="*/ 3 w 58"/>
                  <a:gd name="T7" fmla="*/ 0 h 63"/>
                  <a:gd name="T8" fmla="*/ 6 w 58"/>
                  <a:gd name="T9" fmla="*/ 3 h 63"/>
                  <a:gd name="T10" fmla="*/ 5 w 58"/>
                  <a:gd name="T11" fmla="*/ 8 h 63"/>
                  <a:gd name="T12" fmla="*/ 1 w 58"/>
                  <a:gd name="T13" fmla="*/ 9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63">
                    <a:moveTo>
                      <a:pt x="24" y="61"/>
                    </a:moveTo>
                    <a:lnTo>
                      <a:pt x="4" y="53"/>
                    </a:lnTo>
                    <a:lnTo>
                      <a:pt x="0" y="32"/>
                    </a:lnTo>
                    <a:lnTo>
                      <a:pt x="11" y="10"/>
                    </a:lnTo>
                    <a:lnTo>
                      <a:pt x="26" y="0"/>
                    </a:lnTo>
                    <a:lnTo>
                      <a:pt x="47" y="1"/>
                    </a:lnTo>
                    <a:lnTo>
                      <a:pt x="58" y="16"/>
                    </a:lnTo>
                    <a:lnTo>
                      <a:pt x="56" y="43"/>
                    </a:lnTo>
                    <a:lnTo>
                      <a:pt x="46" y="63"/>
                    </a:lnTo>
                    <a:lnTo>
                      <a:pt x="24" y="61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0" name="Freeform 72">
              <a:extLst>
                <a:ext uri="{FF2B5EF4-FFF2-40B4-BE49-F238E27FC236}">
                  <a16:creationId xmlns:a16="http://schemas.microsoft.com/office/drawing/2014/main" id="{8D1EE4FE-0D3D-D07B-27EA-5295E957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762" y="2024998"/>
              <a:ext cx="42863" cy="38100"/>
            </a:xfrm>
            <a:custGeom>
              <a:avLst/>
              <a:gdLst>
                <a:gd name="T0" fmla="*/ 25 w 135"/>
                <a:gd name="T1" fmla="*/ 10 h 117"/>
                <a:gd name="T2" fmla="*/ 23 w 135"/>
                <a:gd name="T3" fmla="*/ 7 h 117"/>
                <a:gd name="T4" fmla="*/ 22 w 135"/>
                <a:gd name="T5" fmla="*/ 3 h 117"/>
                <a:gd name="T6" fmla="*/ 17 w 135"/>
                <a:gd name="T7" fmla="*/ 5 h 117"/>
                <a:gd name="T8" fmla="*/ 18 w 135"/>
                <a:gd name="T9" fmla="*/ 2 h 117"/>
                <a:gd name="T10" fmla="*/ 14 w 135"/>
                <a:gd name="T11" fmla="*/ 0 h 117"/>
                <a:gd name="T12" fmla="*/ 11 w 135"/>
                <a:gd name="T13" fmla="*/ 4 h 117"/>
                <a:gd name="T14" fmla="*/ 7 w 135"/>
                <a:gd name="T15" fmla="*/ 4 h 117"/>
                <a:gd name="T16" fmla="*/ 3 w 135"/>
                <a:gd name="T17" fmla="*/ 5 h 117"/>
                <a:gd name="T18" fmla="*/ 0 w 135"/>
                <a:gd name="T19" fmla="*/ 6 h 117"/>
                <a:gd name="T20" fmla="*/ 0 w 135"/>
                <a:gd name="T21" fmla="*/ 12 h 117"/>
                <a:gd name="T22" fmla="*/ 4 w 135"/>
                <a:gd name="T23" fmla="*/ 12 h 117"/>
                <a:gd name="T24" fmla="*/ 7 w 135"/>
                <a:gd name="T25" fmla="*/ 12 h 117"/>
                <a:gd name="T26" fmla="*/ 8 w 135"/>
                <a:gd name="T27" fmla="*/ 15 h 117"/>
                <a:gd name="T28" fmla="*/ 10 w 135"/>
                <a:gd name="T29" fmla="*/ 21 h 117"/>
                <a:gd name="T30" fmla="*/ 12 w 135"/>
                <a:gd name="T31" fmla="*/ 23 h 117"/>
                <a:gd name="T32" fmla="*/ 18 w 135"/>
                <a:gd name="T33" fmla="*/ 24 h 117"/>
                <a:gd name="T34" fmla="*/ 24 w 135"/>
                <a:gd name="T35" fmla="*/ 23 h 117"/>
                <a:gd name="T36" fmla="*/ 26 w 135"/>
                <a:gd name="T37" fmla="*/ 19 h 117"/>
                <a:gd name="T38" fmla="*/ 27 w 135"/>
                <a:gd name="T39" fmla="*/ 15 h 117"/>
                <a:gd name="T40" fmla="*/ 25 w 135"/>
                <a:gd name="T41" fmla="*/ 10 h 11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5" h="117">
                  <a:moveTo>
                    <a:pt x="127" y="51"/>
                  </a:moveTo>
                  <a:lnTo>
                    <a:pt x="114" y="35"/>
                  </a:lnTo>
                  <a:lnTo>
                    <a:pt x="111" y="15"/>
                  </a:lnTo>
                  <a:lnTo>
                    <a:pt x="85" y="24"/>
                  </a:lnTo>
                  <a:lnTo>
                    <a:pt x="88" y="8"/>
                  </a:lnTo>
                  <a:lnTo>
                    <a:pt x="69" y="0"/>
                  </a:lnTo>
                  <a:lnTo>
                    <a:pt x="57" y="18"/>
                  </a:lnTo>
                  <a:lnTo>
                    <a:pt x="36" y="20"/>
                  </a:lnTo>
                  <a:lnTo>
                    <a:pt x="16" y="24"/>
                  </a:lnTo>
                  <a:lnTo>
                    <a:pt x="0" y="30"/>
                  </a:lnTo>
                  <a:lnTo>
                    <a:pt x="1" y="57"/>
                  </a:lnTo>
                  <a:lnTo>
                    <a:pt x="18" y="60"/>
                  </a:lnTo>
                  <a:lnTo>
                    <a:pt x="33" y="57"/>
                  </a:lnTo>
                  <a:lnTo>
                    <a:pt x="42" y="75"/>
                  </a:lnTo>
                  <a:lnTo>
                    <a:pt x="50" y="102"/>
                  </a:lnTo>
                  <a:lnTo>
                    <a:pt x="61" y="111"/>
                  </a:lnTo>
                  <a:lnTo>
                    <a:pt x="88" y="117"/>
                  </a:lnTo>
                  <a:lnTo>
                    <a:pt x="121" y="114"/>
                  </a:lnTo>
                  <a:lnTo>
                    <a:pt x="130" y="92"/>
                  </a:lnTo>
                  <a:lnTo>
                    <a:pt x="135" y="74"/>
                  </a:lnTo>
                  <a:lnTo>
                    <a:pt x="127" y="51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1" name="Group 78">
              <a:extLst>
                <a:ext uri="{FF2B5EF4-FFF2-40B4-BE49-F238E27FC236}">
                  <a16:creationId xmlns:a16="http://schemas.microsoft.com/office/drawing/2014/main" id="{FFFE1E4A-0A39-686A-EF13-9A848BC10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1237" y="3852211"/>
              <a:ext cx="53975" cy="57150"/>
              <a:chOff x="7728" y="10782"/>
              <a:chExt cx="2776" cy="2978"/>
            </a:xfrm>
          </p:grpSpPr>
          <p:sp>
            <p:nvSpPr>
              <p:cNvPr id="61" name="Freeform 79">
                <a:extLst>
                  <a:ext uri="{FF2B5EF4-FFF2-40B4-BE49-F238E27FC236}">
                    <a16:creationId xmlns:a16="http://schemas.microsoft.com/office/drawing/2014/main" id="{2AA0BC99-A30A-CE4F-113D-73B486D192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8" y="10800"/>
                <a:ext cx="2776" cy="2960"/>
              </a:xfrm>
              <a:custGeom>
                <a:avLst/>
                <a:gdLst>
                  <a:gd name="T0" fmla="*/ 72 w 2776"/>
                  <a:gd name="T1" fmla="*/ 992 h 2960"/>
                  <a:gd name="T2" fmla="*/ 336 w 2776"/>
                  <a:gd name="T3" fmla="*/ 1144 h 2960"/>
                  <a:gd name="T4" fmla="*/ 432 w 2776"/>
                  <a:gd name="T5" fmla="*/ 1360 h 2960"/>
                  <a:gd name="T6" fmla="*/ 544 w 2776"/>
                  <a:gd name="T7" fmla="*/ 1568 h 2960"/>
                  <a:gd name="T8" fmla="*/ 520 w 2776"/>
                  <a:gd name="T9" fmla="*/ 2000 h 2960"/>
                  <a:gd name="T10" fmla="*/ 520 w 2776"/>
                  <a:gd name="T11" fmla="*/ 2288 h 2960"/>
                  <a:gd name="T12" fmla="*/ 696 w 2776"/>
                  <a:gd name="T13" fmla="*/ 2328 h 2960"/>
                  <a:gd name="T14" fmla="*/ 808 w 2776"/>
                  <a:gd name="T15" fmla="*/ 2448 h 2960"/>
                  <a:gd name="T16" fmla="*/ 968 w 2776"/>
                  <a:gd name="T17" fmla="*/ 2640 h 2960"/>
                  <a:gd name="T18" fmla="*/ 1184 w 2776"/>
                  <a:gd name="T19" fmla="*/ 2808 h 2960"/>
                  <a:gd name="T20" fmla="*/ 1216 w 2776"/>
                  <a:gd name="T21" fmla="*/ 2504 h 2960"/>
                  <a:gd name="T22" fmla="*/ 1544 w 2776"/>
                  <a:gd name="T23" fmla="*/ 2576 h 2960"/>
                  <a:gd name="T24" fmla="*/ 1776 w 2776"/>
                  <a:gd name="T25" fmla="*/ 2728 h 2960"/>
                  <a:gd name="T26" fmla="*/ 2200 w 2776"/>
                  <a:gd name="T27" fmla="*/ 2824 h 2960"/>
                  <a:gd name="T28" fmla="*/ 2504 w 2776"/>
                  <a:gd name="T29" fmla="*/ 2904 h 2960"/>
                  <a:gd name="T30" fmla="*/ 2608 w 2776"/>
                  <a:gd name="T31" fmla="*/ 2680 h 2960"/>
                  <a:gd name="T32" fmla="*/ 2728 w 2776"/>
                  <a:gd name="T33" fmla="*/ 2368 h 2960"/>
                  <a:gd name="T34" fmla="*/ 2776 w 2776"/>
                  <a:gd name="T35" fmla="*/ 2104 h 2960"/>
                  <a:gd name="T36" fmla="*/ 2592 w 2776"/>
                  <a:gd name="T37" fmla="*/ 1968 h 2960"/>
                  <a:gd name="T38" fmla="*/ 2360 w 2776"/>
                  <a:gd name="T39" fmla="*/ 1824 h 2960"/>
                  <a:gd name="T40" fmla="*/ 2120 w 2776"/>
                  <a:gd name="T41" fmla="*/ 1760 h 2960"/>
                  <a:gd name="T42" fmla="*/ 1992 w 2776"/>
                  <a:gd name="T43" fmla="*/ 1904 h 2960"/>
                  <a:gd name="T44" fmla="*/ 1680 w 2776"/>
                  <a:gd name="T45" fmla="*/ 1880 h 2960"/>
                  <a:gd name="T46" fmla="*/ 1664 w 2776"/>
                  <a:gd name="T47" fmla="*/ 2064 h 2960"/>
                  <a:gd name="T48" fmla="*/ 1432 w 2776"/>
                  <a:gd name="T49" fmla="*/ 1824 h 2960"/>
                  <a:gd name="T50" fmla="*/ 1256 w 2776"/>
                  <a:gd name="T51" fmla="*/ 1696 h 2960"/>
                  <a:gd name="T52" fmla="*/ 1184 w 2776"/>
                  <a:gd name="T53" fmla="*/ 1416 h 2960"/>
                  <a:gd name="T54" fmla="*/ 1488 w 2776"/>
                  <a:gd name="T55" fmla="*/ 1272 h 2960"/>
                  <a:gd name="T56" fmla="*/ 1752 w 2776"/>
                  <a:gd name="T57" fmla="*/ 1000 h 2960"/>
                  <a:gd name="T58" fmla="*/ 2000 w 2776"/>
                  <a:gd name="T59" fmla="*/ 824 h 2960"/>
                  <a:gd name="T60" fmla="*/ 2160 w 2776"/>
                  <a:gd name="T61" fmla="*/ 640 h 2960"/>
                  <a:gd name="T62" fmla="*/ 2336 w 2776"/>
                  <a:gd name="T63" fmla="*/ 640 h 2960"/>
                  <a:gd name="T64" fmla="*/ 2152 w 2776"/>
                  <a:gd name="T65" fmla="*/ 528 h 2960"/>
                  <a:gd name="T66" fmla="*/ 1768 w 2776"/>
                  <a:gd name="T67" fmla="*/ 528 h 2960"/>
                  <a:gd name="T68" fmla="*/ 1784 w 2776"/>
                  <a:gd name="T69" fmla="*/ 248 h 2960"/>
                  <a:gd name="T70" fmla="*/ 1624 w 2776"/>
                  <a:gd name="T71" fmla="*/ 64 h 2960"/>
                  <a:gd name="T72" fmla="*/ 1536 w 2776"/>
                  <a:gd name="T73" fmla="*/ 344 h 2960"/>
                  <a:gd name="T74" fmla="*/ 1192 w 2776"/>
                  <a:gd name="T75" fmla="*/ 336 h 2960"/>
                  <a:gd name="T76" fmla="*/ 1104 w 2776"/>
                  <a:gd name="T77" fmla="*/ 680 h 2960"/>
                  <a:gd name="T78" fmla="*/ 528 w 2776"/>
                  <a:gd name="T79" fmla="*/ 656 h 2960"/>
                  <a:gd name="T80" fmla="*/ 328 w 2776"/>
                  <a:gd name="T81" fmla="*/ 728 h 2960"/>
                  <a:gd name="T82" fmla="*/ 72 w 2776"/>
                  <a:gd name="T83" fmla="*/ 720 h 296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776" h="2960">
                    <a:moveTo>
                      <a:pt x="0" y="832"/>
                    </a:moveTo>
                    <a:lnTo>
                      <a:pt x="72" y="992"/>
                    </a:lnTo>
                    <a:lnTo>
                      <a:pt x="184" y="1088"/>
                    </a:lnTo>
                    <a:lnTo>
                      <a:pt x="336" y="1144"/>
                    </a:lnTo>
                    <a:lnTo>
                      <a:pt x="424" y="1256"/>
                    </a:lnTo>
                    <a:lnTo>
                      <a:pt x="432" y="1360"/>
                    </a:lnTo>
                    <a:lnTo>
                      <a:pt x="464" y="1464"/>
                    </a:lnTo>
                    <a:lnTo>
                      <a:pt x="544" y="1568"/>
                    </a:lnTo>
                    <a:lnTo>
                      <a:pt x="584" y="1816"/>
                    </a:lnTo>
                    <a:lnTo>
                      <a:pt x="520" y="2000"/>
                    </a:lnTo>
                    <a:lnTo>
                      <a:pt x="408" y="2184"/>
                    </a:lnTo>
                    <a:lnTo>
                      <a:pt x="520" y="2288"/>
                    </a:lnTo>
                    <a:lnTo>
                      <a:pt x="560" y="2368"/>
                    </a:lnTo>
                    <a:lnTo>
                      <a:pt x="696" y="2328"/>
                    </a:lnTo>
                    <a:lnTo>
                      <a:pt x="800" y="2312"/>
                    </a:lnTo>
                    <a:lnTo>
                      <a:pt x="808" y="2448"/>
                    </a:lnTo>
                    <a:lnTo>
                      <a:pt x="912" y="2496"/>
                    </a:lnTo>
                    <a:lnTo>
                      <a:pt x="968" y="2640"/>
                    </a:lnTo>
                    <a:lnTo>
                      <a:pt x="1072" y="2776"/>
                    </a:lnTo>
                    <a:lnTo>
                      <a:pt x="1184" y="2808"/>
                    </a:lnTo>
                    <a:lnTo>
                      <a:pt x="1192" y="2656"/>
                    </a:lnTo>
                    <a:lnTo>
                      <a:pt x="1216" y="2504"/>
                    </a:lnTo>
                    <a:lnTo>
                      <a:pt x="1392" y="2544"/>
                    </a:lnTo>
                    <a:lnTo>
                      <a:pt x="1544" y="2576"/>
                    </a:lnTo>
                    <a:lnTo>
                      <a:pt x="1704" y="2648"/>
                    </a:lnTo>
                    <a:lnTo>
                      <a:pt x="1776" y="2728"/>
                    </a:lnTo>
                    <a:lnTo>
                      <a:pt x="1960" y="2712"/>
                    </a:lnTo>
                    <a:lnTo>
                      <a:pt x="2200" y="2824"/>
                    </a:lnTo>
                    <a:lnTo>
                      <a:pt x="2392" y="2960"/>
                    </a:lnTo>
                    <a:lnTo>
                      <a:pt x="2504" y="2904"/>
                    </a:lnTo>
                    <a:lnTo>
                      <a:pt x="2504" y="2776"/>
                    </a:lnTo>
                    <a:lnTo>
                      <a:pt x="2608" y="2680"/>
                    </a:lnTo>
                    <a:lnTo>
                      <a:pt x="2712" y="2560"/>
                    </a:lnTo>
                    <a:lnTo>
                      <a:pt x="2728" y="2368"/>
                    </a:lnTo>
                    <a:lnTo>
                      <a:pt x="2768" y="2256"/>
                    </a:lnTo>
                    <a:lnTo>
                      <a:pt x="2776" y="2104"/>
                    </a:lnTo>
                    <a:lnTo>
                      <a:pt x="2664" y="2040"/>
                    </a:lnTo>
                    <a:lnTo>
                      <a:pt x="2592" y="1968"/>
                    </a:lnTo>
                    <a:lnTo>
                      <a:pt x="2424" y="1936"/>
                    </a:lnTo>
                    <a:lnTo>
                      <a:pt x="2360" y="1824"/>
                    </a:lnTo>
                    <a:lnTo>
                      <a:pt x="2320" y="1632"/>
                    </a:lnTo>
                    <a:lnTo>
                      <a:pt x="2120" y="1760"/>
                    </a:lnTo>
                    <a:lnTo>
                      <a:pt x="2192" y="1888"/>
                    </a:lnTo>
                    <a:lnTo>
                      <a:pt x="1992" y="1904"/>
                    </a:lnTo>
                    <a:lnTo>
                      <a:pt x="1816" y="2024"/>
                    </a:lnTo>
                    <a:lnTo>
                      <a:pt x="1680" y="1880"/>
                    </a:lnTo>
                    <a:lnTo>
                      <a:pt x="1576" y="1936"/>
                    </a:lnTo>
                    <a:lnTo>
                      <a:pt x="1664" y="2064"/>
                    </a:lnTo>
                    <a:lnTo>
                      <a:pt x="1552" y="2048"/>
                    </a:lnTo>
                    <a:lnTo>
                      <a:pt x="1432" y="1824"/>
                    </a:lnTo>
                    <a:lnTo>
                      <a:pt x="1296" y="1920"/>
                    </a:lnTo>
                    <a:lnTo>
                      <a:pt x="1256" y="1696"/>
                    </a:lnTo>
                    <a:lnTo>
                      <a:pt x="1200" y="1544"/>
                    </a:lnTo>
                    <a:lnTo>
                      <a:pt x="1184" y="1416"/>
                    </a:lnTo>
                    <a:lnTo>
                      <a:pt x="1304" y="1272"/>
                    </a:lnTo>
                    <a:lnTo>
                      <a:pt x="1488" y="1272"/>
                    </a:lnTo>
                    <a:lnTo>
                      <a:pt x="1656" y="1192"/>
                    </a:lnTo>
                    <a:lnTo>
                      <a:pt x="1752" y="1000"/>
                    </a:lnTo>
                    <a:lnTo>
                      <a:pt x="1904" y="944"/>
                    </a:lnTo>
                    <a:lnTo>
                      <a:pt x="2000" y="824"/>
                    </a:lnTo>
                    <a:lnTo>
                      <a:pt x="2080" y="728"/>
                    </a:lnTo>
                    <a:lnTo>
                      <a:pt x="2160" y="640"/>
                    </a:lnTo>
                    <a:lnTo>
                      <a:pt x="2272" y="704"/>
                    </a:lnTo>
                    <a:lnTo>
                      <a:pt x="2336" y="640"/>
                    </a:lnTo>
                    <a:lnTo>
                      <a:pt x="2312" y="488"/>
                    </a:lnTo>
                    <a:lnTo>
                      <a:pt x="2152" y="528"/>
                    </a:lnTo>
                    <a:lnTo>
                      <a:pt x="2040" y="472"/>
                    </a:lnTo>
                    <a:lnTo>
                      <a:pt x="1768" y="528"/>
                    </a:lnTo>
                    <a:lnTo>
                      <a:pt x="1688" y="464"/>
                    </a:lnTo>
                    <a:lnTo>
                      <a:pt x="1784" y="248"/>
                    </a:lnTo>
                    <a:lnTo>
                      <a:pt x="1696" y="0"/>
                    </a:lnTo>
                    <a:lnTo>
                      <a:pt x="1624" y="64"/>
                    </a:lnTo>
                    <a:lnTo>
                      <a:pt x="1608" y="200"/>
                    </a:lnTo>
                    <a:lnTo>
                      <a:pt x="1536" y="344"/>
                    </a:lnTo>
                    <a:lnTo>
                      <a:pt x="1432" y="304"/>
                    </a:lnTo>
                    <a:lnTo>
                      <a:pt x="1192" y="336"/>
                    </a:lnTo>
                    <a:lnTo>
                      <a:pt x="1168" y="528"/>
                    </a:lnTo>
                    <a:lnTo>
                      <a:pt x="1104" y="680"/>
                    </a:lnTo>
                    <a:lnTo>
                      <a:pt x="824" y="656"/>
                    </a:lnTo>
                    <a:lnTo>
                      <a:pt x="528" y="656"/>
                    </a:lnTo>
                    <a:lnTo>
                      <a:pt x="544" y="880"/>
                    </a:lnTo>
                    <a:lnTo>
                      <a:pt x="328" y="728"/>
                    </a:lnTo>
                    <a:lnTo>
                      <a:pt x="152" y="624"/>
                    </a:lnTo>
                    <a:lnTo>
                      <a:pt x="72" y="720"/>
                    </a:lnTo>
                    <a:lnTo>
                      <a:pt x="0" y="83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Freeform 80">
                <a:extLst>
                  <a:ext uri="{FF2B5EF4-FFF2-40B4-BE49-F238E27FC236}">
                    <a16:creationId xmlns:a16="http://schemas.microsoft.com/office/drawing/2014/main" id="{ABA33066-0C0A-DA2F-6E03-0C20FD5F3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5" y="10782"/>
                <a:ext cx="566" cy="459"/>
              </a:xfrm>
              <a:custGeom>
                <a:avLst/>
                <a:gdLst>
                  <a:gd name="T0" fmla="*/ 0 w 566"/>
                  <a:gd name="T1" fmla="*/ 292 h 459"/>
                  <a:gd name="T2" fmla="*/ 35 w 566"/>
                  <a:gd name="T3" fmla="*/ 189 h 459"/>
                  <a:gd name="T4" fmla="*/ 136 w 566"/>
                  <a:gd name="T5" fmla="*/ 65 h 459"/>
                  <a:gd name="T6" fmla="*/ 278 w 566"/>
                  <a:gd name="T7" fmla="*/ 87 h 459"/>
                  <a:gd name="T8" fmla="*/ 347 w 566"/>
                  <a:gd name="T9" fmla="*/ 0 h 459"/>
                  <a:gd name="T10" fmla="*/ 437 w 566"/>
                  <a:gd name="T11" fmla="*/ 57 h 459"/>
                  <a:gd name="T12" fmla="*/ 485 w 566"/>
                  <a:gd name="T13" fmla="*/ 192 h 459"/>
                  <a:gd name="T14" fmla="*/ 566 w 566"/>
                  <a:gd name="T15" fmla="*/ 192 h 459"/>
                  <a:gd name="T16" fmla="*/ 544 w 566"/>
                  <a:gd name="T17" fmla="*/ 292 h 459"/>
                  <a:gd name="T18" fmla="*/ 437 w 566"/>
                  <a:gd name="T19" fmla="*/ 399 h 459"/>
                  <a:gd name="T20" fmla="*/ 320 w 566"/>
                  <a:gd name="T21" fmla="*/ 441 h 459"/>
                  <a:gd name="T22" fmla="*/ 215 w 566"/>
                  <a:gd name="T23" fmla="*/ 459 h 459"/>
                  <a:gd name="T24" fmla="*/ 149 w 566"/>
                  <a:gd name="T25" fmla="*/ 396 h 459"/>
                  <a:gd name="T26" fmla="*/ 5 w 566"/>
                  <a:gd name="T27" fmla="*/ 375 h 459"/>
                  <a:gd name="T28" fmla="*/ 0 w 566"/>
                  <a:gd name="T29" fmla="*/ 292 h 45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66" h="459">
                    <a:moveTo>
                      <a:pt x="0" y="292"/>
                    </a:moveTo>
                    <a:lnTo>
                      <a:pt x="35" y="189"/>
                    </a:lnTo>
                    <a:lnTo>
                      <a:pt x="136" y="65"/>
                    </a:lnTo>
                    <a:lnTo>
                      <a:pt x="278" y="87"/>
                    </a:lnTo>
                    <a:lnTo>
                      <a:pt x="347" y="0"/>
                    </a:lnTo>
                    <a:lnTo>
                      <a:pt x="437" y="57"/>
                    </a:lnTo>
                    <a:lnTo>
                      <a:pt x="485" y="192"/>
                    </a:lnTo>
                    <a:lnTo>
                      <a:pt x="566" y="192"/>
                    </a:lnTo>
                    <a:lnTo>
                      <a:pt x="544" y="292"/>
                    </a:lnTo>
                    <a:lnTo>
                      <a:pt x="437" y="399"/>
                    </a:lnTo>
                    <a:lnTo>
                      <a:pt x="320" y="441"/>
                    </a:lnTo>
                    <a:lnTo>
                      <a:pt x="215" y="459"/>
                    </a:lnTo>
                    <a:lnTo>
                      <a:pt x="149" y="396"/>
                    </a:lnTo>
                    <a:lnTo>
                      <a:pt x="5" y="375"/>
                    </a:lnTo>
                    <a:lnTo>
                      <a:pt x="0" y="292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42" name="Group 313">
              <a:extLst>
                <a:ext uri="{FF2B5EF4-FFF2-40B4-BE49-F238E27FC236}">
                  <a16:creationId xmlns:a16="http://schemas.microsoft.com/office/drawing/2014/main" id="{A9769A45-96CF-2A5C-23CB-C5C42EEF44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6437" y="3780773"/>
              <a:ext cx="323850" cy="65088"/>
              <a:chOff x="512" y="2456"/>
              <a:chExt cx="204" cy="41"/>
            </a:xfrm>
          </p:grpSpPr>
          <p:sp>
            <p:nvSpPr>
              <p:cNvPr id="57" name="Freeform 77">
                <a:extLst>
                  <a:ext uri="{FF2B5EF4-FFF2-40B4-BE49-F238E27FC236}">
                    <a16:creationId xmlns:a16="http://schemas.microsoft.com/office/drawing/2014/main" id="{35A3383C-26B0-0E8D-4A3E-06A064FD8B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2485"/>
                <a:ext cx="9" cy="12"/>
              </a:xfrm>
              <a:custGeom>
                <a:avLst/>
                <a:gdLst>
                  <a:gd name="T0" fmla="*/ 0 w 740"/>
                  <a:gd name="T1" fmla="*/ 1 h 922"/>
                  <a:gd name="T2" fmla="*/ 0 w 740"/>
                  <a:gd name="T3" fmla="*/ 1 h 922"/>
                  <a:gd name="T4" fmla="*/ 0 w 740"/>
                  <a:gd name="T5" fmla="*/ 1 h 922"/>
                  <a:gd name="T6" fmla="*/ 0 w 740"/>
                  <a:gd name="T7" fmla="*/ 1 h 922"/>
                  <a:gd name="T8" fmla="*/ 0 w 740"/>
                  <a:gd name="T9" fmla="*/ 1 h 922"/>
                  <a:gd name="T10" fmla="*/ 0 w 740"/>
                  <a:gd name="T11" fmla="*/ 1 h 922"/>
                  <a:gd name="T12" fmla="*/ 0 w 740"/>
                  <a:gd name="T13" fmla="*/ 1 h 922"/>
                  <a:gd name="T14" fmla="*/ 0 w 740"/>
                  <a:gd name="T15" fmla="*/ 1 h 922"/>
                  <a:gd name="T16" fmla="*/ 0 w 740"/>
                  <a:gd name="T17" fmla="*/ 1 h 922"/>
                  <a:gd name="T18" fmla="*/ 0 w 740"/>
                  <a:gd name="T19" fmla="*/ 1 h 922"/>
                  <a:gd name="T20" fmla="*/ 0 w 740"/>
                  <a:gd name="T21" fmla="*/ 1 h 922"/>
                  <a:gd name="T22" fmla="*/ 0 w 740"/>
                  <a:gd name="T23" fmla="*/ 1 h 922"/>
                  <a:gd name="T24" fmla="*/ 0 w 740"/>
                  <a:gd name="T25" fmla="*/ 0 h 922"/>
                  <a:gd name="T26" fmla="*/ 0 w 740"/>
                  <a:gd name="T27" fmla="*/ 0 h 922"/>
                  <a:gd name="T28" fmla="*/ 1 w 740"/>
                  <a:gd name="T29" fmla="*/ 0 h 922"/>
                  <a:gd name="T30" fmla="*/ 1 w 740"/>
                  <a:gd name="T31" fmla="*/ 0 h 922"/>
                  <a:gd name="T32" fmla="*/ 1 w 740"/>
                  <a:gd name="T33" fmla="*/ 0 h 922"/>
                  <a:gd name="T34" fmla="*/ 0 w 740"/>
                  <a:gd name="T35" fmla="*/ 0 h 922"/>
                  <a:gd name="T36" fmla="*/ 0 w 740"/>
                  <a:gd name="T37" fmla="*/ 0 h 922"/>
                  <a:gd name="T38" fmla="*/ 0 w 740"/>
                  <a:gd name="T39" fmla="*/ 0 h 922"/>
                  <a:gd name="T40" fmla="*/ 0 w 740"/>
                  <a:gd name="T41" fmla="*/ 0 h 922"/>
                  <a:gd name="T42" fmla="*/ 0 w 740"/>
                  <a:gd name="T43" fmla="*/ 0 h 922"/>
                  <a:gd name="T44" fmla="*/ 0 w 740"/>
                  <a:gd name="T45" fmla="*/ 0 h 922"/>
                  <a:gd name="T46" fmla="*/ 0 w 740"/>
                  <a:gd name="T47" fmla="*/ 0 h 922"/>
                  <a:gd name="T48" fmla="*/ 0 w 740"/>
                  <a:gd name="T49" fmla="*/ 0 h 922"/>
                  <a:gd name="T50" fmla="*/ 0 w 740"/>
                  <a:gd name="T51" fmla="*/ 0 h 922"/>
                  <a:gd name="T52" fmla="*/ 0 w 740"/>
                  <a:gd name="T53" fmla="*/ 0 h 922"/>
                  <a:gd name="T54" fmla="*/ 0 w 740"/>
                  <a:gd name="T55" fmla="*/ 0 h 922"/>
                  <a:gd name="T56" fmla="*/ 0 w 740"/>
                  <a:gd name="T57" fmla="*/ 0 h 922"/>
                  <a:gd name="T58" fmla="*/ 0 w 740"/>
                  <a:gd name="T59" fmla="*/ 0 h 922"/>
                  <a:gd name="T60" fmla="*/ 0 w 740"/>
                  <a:gd name="T61" fmla="*/ 0 h 922"/>
                  <a:gd name="T62" fmla="*/ 0 w 740"/>
                  <a:gd name="T63" fmla="*/ 0 h 922"/>
                  <a:gd name="T64" fmla="*/ 0 w 740"/>
                  <a:gd name="T65" fmla="*/ 0 h 922"/>
                  <a:gd name="T66" fmla="*/ 0 w 740"/>
                  <a:gd name="T67" fmla="*/ 0 h 922"/>
                  <a:gd name="T68" fmla="*/ 0 w 740"/>
                  <a:gd name="T69" fmla="*/ 0 h 922"/>
                  <a:gd name="T70" fmla="*/ 0 w 740"/>
                  <a:gd name="T71" fmla="*/ 0 h 922"/>
                  <a:gd name="T72" fmla="*/ 0 w 740"/>
                  <a:gd name="T73" fmla="*/ 0 h 922"/>
                  <a:gd name="T74" fmla="*/ 0 w 740"/>
                  <a:gd name="T75" fmla="*/ 0 h 922"/>
                  <a:gd name="T76" fmla="*/ 0 w 740"/>
                  <a:gd name="T77" fmla="*/ 1 h 922"/>
                  <a:gd name="T78" fmla="*/ 0 w 740"/>
                  <a:gd name="T79" fmla="*/ 1 h 922"/>
                  <a:gd name="T80" fmla="*/ 0 w 740"/>
                  <a:gd name="T81" fmla="*/ 1 h 92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40" h="922">
                    <a:moveTo>
                      <a:pt x="0" y="888"/>
                    </a:moveTo>
                    <a:lnTo>
                      <a:pt x="53" y="922"/>
                    </a:lnTo>
                    <a:lnTo>
                      <a:pt x="144" y="860"/>
                    </a:lnTo>
                    <a:lnTo>
                      <a:pt x="250" y="869"/>
                    </a:lnTo>
                    <a:lnTo>
                      <a:pt x="293" y="903"/>
                    </a:lnTo>
                    <a:lnTo>
                      <a:pt x="399" y="879"/>
                    </a:lnTo>
                    <a:lnTo>
                      <a:pt x="528" y="884"/>
                    </a:lnTo>
                    <a:lnTo>
                      <a:pt x="620" y="840"/>
                    </a:lnTo>
                    <a:lnTo>
                      <a:pt x="658" y="778"/>
                    </a:lnTo>
                    <a:lnTo>
                      <a:pt x="634" y="754"/>
                    </a:lnTo>
                    <a:lnTo>
                      <a:pt x="562" y="720"/>
                    </a:lnTo>
                    <a:lnTo>
                      <a:pt x="572" y="644"/>
                    </a:lnTo>
                    <a:lnTo>
                      <a:pt x="596" y="576"/>
                    </a:lnTo>
                    <a:lnTo>
                      <a:pt x="653" y="572"/>
                    </a:lnTo>
                    <a:lnTo>
                      <a:pt x="711" y="562"/>
                    </a:lnTo>
                    <a:lnTo>
                      <a:pt x="740" y="485"/>
                    </a:lnTo>
                    <a:lnTo>
                      <a:pt x="696" y="437"/>
                    </a:lnTo>
                    <a:lnTo>
                      <a:pt x="648" y="389"/>
                    </a:lnTo>
                    <a:lnTo>
                      <a:pt x="586" y="356"/>
                    </a:lnTo>
                    <a:lnTo>
                      <a:pt x="528" y="375"/>
                    </a:lnTo>
                    <a:lnTo>
                      <a:pt x="442" y="404"/>
                    </a:lnTo>
                    <a:lnTo>
                      <a:pt x="389" y="375"/>
                    </a:lnTo>
                    <a:lnTo>
                      <a:pt x="404" y="303"/>
                    </a:lnTo>
                    <a:lnTo>
                      <a:pt x="428" y="245"/>
                    </a:lnTo>
                    <a:lnTo>
                      <a:pt x="471" y="216"/>
                    </a:lnTo>
                    <a:lnTo>
                      <a:pt x="514" y="231"/>
                    </a:lnTo>
                    <a:lnTo>
                      <a:pt x="586" y="188"/>
                    </a:lnTo>
                    <a:lnTo>
                      <a:pt x="562" y="120"/>
                    </a:lnTo>
                    <a:lnTo>
                      <a:pt x="562" y="48"/>
                    </a:lnTo>
                    <a:lnTo>
                      <a:pt x="500" y="39"/>
                    </a:lnTo>
                    <a:lnTo>
                      <a:pt x="432" y="34"/>
                    </a:lnTo>
                    <a:lnTo>
                      <a:pt x="360" y="15"/>
                    </a:lnTo>
                    <a:lnTo>
                      <a:pt x="293" y="0"/>
                    </a:lnTo>
                    <a:lnTo>
                      <a:pt x="173" y="87"/>
                    </a:lnTo>
                    <a:lnTo>
                      <a:pt x="96" y="197"/>
                    </a:lnTo>
                    <a:lnTo>
                      <a:pt x="68" y="303"/>
                    </a:lnTo>
                    <a:lnTo>
                      <a:pt x="58" y="432"/>
                    </a:lnTo>
                    <a:lnTo>
                      <a:pt x="63" y="533"/>
                    </a:lnTo>
                    <a:lnTo>
                      <a:pt x="63" y="692"/>
                    </a:lnTo>
                    <a:lnTo>
                      <a:pt x="20" y="807"/>
                    </a:lnTo>
                    <a:lnTo>
                      <a:pt x="0" y="888"/>
                    </a:lnTo>
                    <a:close/>
                  </a:path>
                </a:pathLst>
              </a:custGeom>
              <a:solidFill>
                <a:srgbClr val="C4B798"/>
              </a:solidFill>
              <a:ln w="19050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58" name="Group 315">
                <a:extLst>
                  <a:ext uri="{FF2B5EF4-FFF2-40B4-BE49-F238E27FC236}">
                    <a16:creationId xmlns:a16="http://schemas.microsoft.com/office/drawing/2014/main" id="{30F4C7AB-4F9B-4ED8-DD45-AE21F9C47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2" y="2456"/>
                <a:ext cx="12" cy="4"/>
                <a:chOff x="2478" y="4937"/>
                <a:chExt cx="10011" cy="3255"/>
              </a:xfrm>
            </p:grpSpPr>
            <p:sp>
              <p:nvSpPr>
                <p:cNvPr id="59" name="Freeform 316">
                  <a:extLst>
                    <a:ext uri="{FF2B5EF4-FFF2-40B4-BE49-F238E27FC236}">
                      <a16:creationId xmlns:a16="http://schemas.microsoft.com/office/drawing/2014/main" id="{C8E1C06E-2227-153D-13CF-BF71E88F89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8" y="5266"/>
                  <a:ext cx="9335" cy="2926"/>
                </a:xfrm>
                <a:custGeom>
                  <a:avLst/>
                  <a:gdLst>
                    <a:gd name="T0" fmla="*/ 2898 w 9335"/>
                    <a:gd name="T1" fmla="*/ 430 h 2926"/>
                    <a:gd name="T2" fmla="*/ 2285 w 9335"/>
                    <a:gd name="T3" fmla="*/ 503 h 2926"/>
                    <a:gd name="T4" fmla="*/ 1856 w 9335"/>
                    <a:gd name="T5" fmla="*/ 430 h 2926"/>
                    <a:gd name="T6" fmla="*/ 1408 w 9335"/>
                    <a:gd name="T7" fmla="*/ 476 h 2926"/>
                    <a:gd name="T8" fmla="*/ 914 w 9335"/>
                    <a:gd name="T9" fmla="*/ 741 h 2926"/>
                    <a:gd name="T10" fmla="*/ 1499 w 9335"/>
                    <a:gd name="T11" fmla="*/ 905 h 2926"/>
                    <a:gd name="T12" fmla="*/ 2112 w 9335"/>
                    <a:gd name="T13" fmla="*/ 942 h 2926"/>
                    <a:gd name="T14" fmla="*/ 2167 w 9335"/>
                    <a:gd name="T15" fmla="*/ 1006 h 2926"/>
                    <a:gd name="T16" fmla="*/ 1545 w 9335"/>
                    <a:gd name="T17" fmla="*/ 1006 h 2926"/>
                    <a:gd name="T18" fmla="*/ 951 w 9335"/>
                    <a:gd name="T19" fmla="*/ 933 h 2926"/>
                    <a:gd name="T20" fmla="*/ 457 w 9335"/>
                    <a:gd name="T21" fmla="*/ 1198 h 2926"/>
                    <a:gd name="T22" fmla="*/ 146 w 9335"/>
                    <a:gd name="T23" fmla="*/ 1417 h 2926"/>
                    <a:gd name="T24" fmla="*/ 36 w 9335"/>
                    <a:gd name="T25" fmla="*/ 1820 h 2926"/>
                    <a:gd name="T26" fmla="*/ 347 w 9335"/>
                    <a:gd name="T27" fmla="*/ 2094 h 2926"/>
                    <a:gd name="T28" fmla="*/ 1115 w 9335"/>
                    <a:gd name="T29" fmla="*/ 2140 h 2926"/>
                    <a:gd name="T30" fmla="*/ 1719 w 9335"/>
                    <a:gd name="T31" fmla="*/ 2396 h 2926"/>
                    <a:gd name="T32" fmla="*/ 1842 w 9335"/>
                    <a:gd name="T33" fmla="*/ 2780 h 2926"/>
                    <a:gd name="T34" fmla="*/ 2295 w 9335"/>
                    <a:gd name="T35" fmla="*/ 2917 h 2926"/>
                    <a:gd name="T36" fmla="*/ 2807 w 9335"/>
                    <a:gd name="T37" fmla="*/ 2771 h 2926"/>
                    <a:gd name="T38" fmla="*/ 3154 w 9335"/>
                    <a:gd name="T39" fmla="*/ 2743 h 2926"/>
                    <a:gd name="T40" fmla="*/ 3264 w 9335"/>
                    <a:gd name="T41" fmla="*/ 2277 h 2926"/>
                    <a:gd name="T42" fmla="*/ 4087 w 9335"/>
                    <a:gd name="T43" fmla="*/ 1929 h 2926"/>
                    <a:gd name="T44" fmla="*/ 4827 w 9335"/>
                    <a:gd name="T45" fmla="*/ 2131 h 2926"/>
                    <a:gd name="T46" fmla="*/ 5431 w 9335"/>
                    <a:gd name="T47" fmla="*/ 2451 h 2926"/>
                    <a:gd name="T48" fmla="*/ 5915 w 9335"/>
                    <a:gd name="T49" fmla="*/ 2588 h 2926"/>
                    <a:gd name="T50" fmla="*/ 6482 w 9335"/>
                    <a:gd name="T51" fmla="*/ 2359 h 2926"/>
                    <a:gd name="T52" fmla="*/ 7122 w 9335"/>
                    <a:gd name="T53" fmla="*/ 2323 h 2926"/>
                    <a:gd name="T54" fmla="*/ 7607 w 9335"/>
                    <a:gd name="T55" fmla="*/ 2524 h 2926"/>
                    <a:gd name="T56" fmla="*/ 7908 w 9335"/>
                    <a:gd name="T57" fmla="*/ 2414 h 2926"/>
                    <a:gd name="T58" fmla="*/ 8475 w 9335"/>
                    <a:gd name="T59" fmla="*/ 2121 h 2926"/>
                    <a:gd name="T60" fmla="*/ 9024 w 9335"/>
                    <a:gd name="T61" fmla="*/ 2103 h 2926"/>
                    <a:gd name="T62" fmla="*/ 9261 w 9335"/>
                    <a:gd name="T63" fmla="*/ 1765 h 2926"/>
                    <a:gd name="T64" fmla="*/ 9051 w 9335"/>
                    <a:gd name="T65" fmla="*/ 1701 h 2926"/>
                    <a:gd name="T66" fmla="*/ 8512 w 9335"/>
                    <a:gd name="T67" fmla="*/ 1408 h 2926"/>
                    <a:gd name="T68" fmla="*/ 8055 w 9335"/>
                    <a:gd name="T69" fmla="*/ 1646 h 2926"/>
                    <a:gd name="T70" fmla="*/ 7625 w 9335"/>
                    <a:gd name="T71" fmla="*/ 1655 h 2926"/>
                    <a:gd name="T72" fmla="*/ 7963 w 9335"/>
                    <a:gd name="T73" fmla="*/ 1381 h 2926"/>
                    <a:gd name="T74" fmla="*/ 7332 w 9335"/>
                    <a:gd name="T75" fmla="*/ 1390 h 2926"/>
                    <a:gd name="T76" fmla="*/ 6509 w 9335"/>
                    <a:gd name="T77" fmla="*/ 1509 h 2926"/>
                    <a:gd name="T78" fmla="*/ 6071 w 9335"/>
                    <a:gd name="T79" fmla="*/ 1244 h 2926"/>
                    <a:gd name="T80" fmla="*/ 5805 w 9335"/>
                    <a:gd name="T81" fmla="*/ 1619 h 2926"/>
                    <a:gd name="T82" fmla="*/ 5001 w 9335"/>
                    <a:gd name="T83" fmla="*/ 1390 h 2926"/>
                    <a:gd name="T84" fmla="*/ 4772 w 9335"/>
                    <a:gd name="T85" fmla="*/ 933 h 2926"/>
                    <a:gd name="T86" fmla="*/ 4681 w 9335"/>
                    <a:gd name="T87" fmla="*/ 576 h 2926"/>
                    <a:gd name="T88" fmla="*/ 4160 w 9335"/>
                    <a:gd name="T89" fmla="*/ 686 h 2926"/>
                    <a:gd name="T90" fmla="*/ 4297 w 9335"/>
                    <a:gd name="T91" fmla="*/ 64 h 2926"/>
                    <a:gd name="T92" fmla="*/ 3712 w 9335"/>
                    <a:gd name="T93" fmla="*/ 55 h 2926"/>
                    <a:gd name="T94" fmla="*/ 3291 w 9335"/>
                    <a:gd name="T95" fmla="*/ 101 h 292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9335" h="2926">
                      <a:moveTo>
                        <a:pt x="3191" y="101"/>
                      </a:moveTo>
                      <a:lnTo>
                        <a:pt x="3044" y="201"/>
                      </a:lnTo>
                      <a:lnTo>
                        <a:pt x="2989" y="320"/>
                      </a:lnTo>
                      <a:lnTo>
                        <a:pt x="2898" y="430"/>
                      </a:lnTo>
                      <a:lnTo>
                        <a:pt x="2788" y="457"/>
                      </a:lnTo>
                      <a:lnTo>
                        <a:pt x="2615" y="540"/>
                      </a:lnTo>
                      <a:lnTo>
                        <a:pt x="2459" y="549"/>
                      </a:lnTo>
                      <a:lnTo>
                        <a:pt x="2285" y="503"/>
                      </a:lnTo>
                      <a:lnTo>
                        <a:pt x="2194" y="467"/>
                      </a:lnTo>
                      <a:lnTo>
                        <a:pt x="2057" y="503"/>
                      </a:lnTo>
                      <a:lnTo>
                        <a:pt x="1892" y="503"/>
                      </a:lnTo>
                      <a:lnTo>
                        <a:pt x="1856" y="430"/>
                      </a:lnTo>
                      <a:lnTo>
                        <a:pt x="1883" y="366"/>
                      </a:lnTo>
                      <a:lnTo>
                        <a:pt x="1773" y="357"/>
                      </a:lnTo>
                      <a:lnTo>
                        <a:pt x="1563" y="412"/>
                      </a:lnTo>
                      <a:lnTo>
                        <a:pt x="1408" y="476"/>
                      </a:lnTo>
                      <a:lnTo>
                        <a:pt x="1216" y="521"/>
                      </a:lnTo>
                      <a:lnTo>
                        <a:pt x="1051" y="595"/>
                      </a:lnTo>
                      <a:lnTo>
                        <a:pt x="896" y="677"/>
                      </a:lnTo>
                      <a:lnTo>
                        <a:pt x="914" y="741"/>
                      </a:lnTo>
                      <a:lnTo>
                        <a:pt x="1079" y="750"/>
                      </a:lnTo>
                      <a:lnTo>
                        <a:pt x="1234" y="759"/>
                      </a:lnTo>
                      <a:lnTo>
                        <a:pt x="1380" y="823"/>
                      </a:lnTo>
                      <a:lnTo>
                        <a:pt x="1499" y="905"/>
                      </a:lnTo>
                      <a:lnTo>
                        <a:pt x="1618" y="960"/>
                      </a:lnTo>
                      <a:lnTo>
                        <a:pt x="1792" y="942"/>
                      </a:lnTo>
                      <a:lnTo>
                        <a:pt x="1947" y="951"/>
                      </a:lnTo>
                      <a:lnTo>
                        <a:pt x="2112" y="942"/>
                      </a:lnTo>
                      <a:lnTo>
                        <a:pt x="2258" y="951"/>
                      </a:lnTo>
                      <a:lnTo>
                        <a:pt x="2340" y="1052"/>
                      </a:lnTo>
                      <a:lnTo>
                        <a:pt x="2304" y="1116"/>
                      </a:lnTo>
                      <a:lnTo>
                        <a:pt x="2167" y="1006"/>
                      </a:lnTo>
                      <a:lnTo>
                        <a:pt x="1975" y="1088"/>
                      </a:lnTo>
                      <a:lnTo>
                        <a:pt x="1810" y="1143"/>
                      </a:lnTo>
                      <a:lnTo>
                        <a:pt x="1691" y="1061"/>
                      </a:lnTo>
                      <a:lnTo>
                        <a:pt x="1545" y="1006"/>
                      </a:lnTo>
                      <a:lnTo>
                        <a:pt x="1417" y="942"/>
                      </a:lnTo>
                      <a:lnTo>
                        <a:pt x="1271" y="969"/>
                      </a:lnTo>
                      <a:lnTo>
                        <a:pt x="1097" y="969"/>
                      </a:lnTo>
                      <a:lnTo>
                        <a:pt x="951" y="933"/>
                      </a:lnTo>
                      <a:lnTo>
                        <a:pt x="777" y="933"/>
                      </a:lnTo>
                      <a:lnTo>
                        <a:pt x="658" y="1006"/>
                      </a:lnTo>
                      <a:lnTo>
                        <a:pt x="548" y="1079"/>
                      </a:lnTo>
                      <a:lnTo>
                        <a:pt x="457" y="1198"/>
                      </a:lnTo>
                      <a:lnTo>
                        <a:pt x="484" y="1317"/>
                      </a:lnTo>
                      <a:lnTo>
                        <a:pt x="365" y="1363"/>
                      </a:lnTo>
                      <a:lnTo>
                        <a:pt x="265" y="1317"/>
                      </a:lnTo>
                      <a:lnTo>
                        <a:pt x="146" y="1417"/>
                      </a:lnTo>
                      <a:lnTo>
                        <a:pt x="55" y="1372"/>
                      </a:lnTo>
                      <a:lnTo>
                        <a:pt x="36" y="1509"/>
                      </a:lnTo>
                      <a:lnTo>
                        <a:pt x="55" y="1655"/>
                      </a:lnTo>
                      <a:lnTo>
                        <a:pt x="36" y="1820"/>
                      </a:lnTo>
                      <a:lnTo>
                        <a:pt x="0" y="1975"/>
                      </a:lnTo>
                      <a:lnTo>
                        <a:pt x="73" y="2094"/>
                      </a:lnTo>
                      <a:lnTo>
                        <a:pt x="137" y="2158"/>
                      </a:lnTo>
                      <a:lnTo>
                        <a:pt x="347" y="2094"/>
                      </a:lnTo>
                      <a:lnTo>
                        <a:pt x="484" y="2131"/>
                      </a:lnTo>
                      <a:lnTo>
                        <a:pt x="576" y="2149"/>
                      </a:lnTo>
                      <a:lnTo>
                        <a:pt x="823" y="2149"/>
                      </a:lnTo>
                      <a:lnTo>
                        <a:pt x="1115" y="2140"/>
                      </a:lnTo>
                      <a:lnTo>
                        <a:pt x="1280" y="2185"/>
                      </a:lnTo>
                      <a:lnTo>
                        <a:pt x="1499" y="2249"/>
                      </a:lnTo>
                      <a:lnTo>
                        <a:pt x="1627" y="2304"/>
                      </a:lnTo>
                      <a:lnTo>
                        <a:pt x="1719" y="2396"/>
                      </a:lnTo>
                      <a:lnTo>
                        <a:pt x="1819" y="2487"/>
                      </a:lnTo>
                      <a:lnTo>
                        <a:pt x="1920" y="2542"/>
                      </a:lnTo>
                      <a:lnTo>
                        <a:pt x="1932" y="2654"/>
                      </a:lnTo>
                      <a:lnTo>
                        <a:pt x="1842" y="2780"/>
                      </a:lnTo>
                      <a:lnTo>
                        <a:pt x="1819" y="2908"/>
                      </a:lnTo>
                      <a:lnTo>
                        <a:pt x="1965" y="2926"/>
                      </a:lnTo>
                      <a:lnTo>
                        <a:pt x="2185" y="2899"/>
                      </a:lnTo>
                      <a:lnTo>
                        <a:pt x="2295" y="2917"/>
                      </a:lnTo>
                      <a:lnTo>
                        <a:pt x="2432" y="2899"/>
                      </a:lnTo>
                      <a:lnTo>
                        <a:pt x="2605" y="2862"/>
                      </a:lnTo>
                      <a:lnTo>
                        <a:pt x="2715" y="2871"/>
                      </a:lnTo>
                      <a:lnTo>
                        <a:pt x="2807" y="2771"/>
                      </a:lnTo>
                      <a:lnTo>
                        <a:pt x="2871" y="2798"/>
                      </a:lnTo>
                      <a:lnTo>
                        <a:pt x="2889" y="2899"/>
                      </a:lnTo>
                      <a:lnTo>
                        <a:pt x="2999" y="2862"/>
                      </a:lnTo>
                      <a:lnTo>
                        <a:pt x="3154" y="2743"/>
                      </a:lnTo>
                      <a:lnTo>
                        <a:pt x="3191" y="2643"/>
                      </a:lnTo>
                      <a:lnTo>
                        <a:pt x="3154" y="2551"/>
                      </a:lnTo>
                      <a:lnTo>
                        <a:pt x="3136" y="2451"/>
                      </a:lnTo>
                      <a:lnTo>
                        <a:pt x="3264" y="2277"/>
                      </a:lnTo>
                      <a:lnTo>
                        <a:pt x="3447" y="2140"/>
                      </a:lnTo>
                      <a:lnTo>
                        <a:pt x="3666" y="2057"/>
                      </a:lnTo>
                      <a:lnTo>
                        <a:pt x="3867" y="1966"/>
                      </a:lnTo>
                      <a:lnTo>
                        <a:pt x="4087" y="1929"/>
                      </a:lnTo>
                      <a:lnTo>
                        <a:pt x="4434" y="1966"/>
                      </a:lnTo>
                      <a:lnTo>
                        <a:pt x="4626" y="1966"/>
                      </a:lnTo>
                      <a:lnTo>
                        <a:pt x="4736" y="2048"/>
                      </a:lnTo>
                      <a:lnTo>
                        <a:pt x="4827" y="2131"/>
                      </a:lnTo>
                      <a:lnTo>
                        <a:pt x="4882" y="2268"/>
                      </a:lnTo>
                      <a:lnTo>
                        <a:pt x="5165" y="2350"/>
                      </a:lnTo>
                      <a:lnTo>
                        <a:pt x="5229" y="2441"/>
                      </a:lnTo>
                      <a:lnTo>
                        <a:pt x="5431" y="2451"/>
                      </a:lnTo>
                      <a:lnTo>
                        <a:pt x="5613" y="2478"/>
                      </a:lnTo>
                      <a:lnTo>
                        <a:pt x="5732" y="2460"/>
                      </a:lnTo>
                      <a:lnTo>
                        <a:pt x="5851" y="2487"/>
                      </a:lnTo>
                      <a:lnTo>
                        <a:pt x="5915" y="2588"/>
                      </a:lnTo>
                      <a:lnTo>
                        <a:pt x="6098" y="2588"/>
                      </a:lnTo>
                      <a:lnTo>
                        <a:pt x="6189" y="2551"/>
                      </a:lnTo>
                      <a:lnTo>
                        <a:pt x="6226" y="2496"/>
                      </a:lnTo>
                      <a:lnTo>
                        <a:pt x="6482" y="2359"/>
                      </a:lnTo>
                      <a:lnTo>
                        <a:pt x="6656" y="2377"/>
                      </a:lnTo>
                      <a:lnTo>
                        <a:pt x="6775" y="2460"/>
                      </a:lnTo>
                      <a:lnTo>
                        <a:pt x="6976" y="2377"/>
                      </a:lnTo>
                      <a:lnTo>
                        <a:pt x="7122" y="2323"/>
                      </a:lnTo>
                      <a:lnTo>
                        <a:pt x="7241" y="2359"/>
                      </a:lnTo>
                      <a:lnTo>
                        <a:pt x="7351" y="2524"/>
                      </a:lnTo>
                      <a:lnTo>
                        <a:pt x="7515" y="2533"/>
                      </a:lnTo>
                      <a:lnTo>
                        <a:pt x="7607" y="2524"/>
                      </a:lnTo>
                      <a:lnTo>
                        <a:pt x="7707" y="2624"/>
                      </a:lnTo>
                      <a:lnTo>
                        <a:pt x="7725" y="2707"/>
                      </a:lnTo>
                      <a:lnTo>
                        <a:pt x="7826" y="2569"/>
                      </a:lnTo>
                      <a:lnTo>
                        <a:pt x="7908" y="2414"/>
                      </a:lnTo>
                      <a:lnTo>
                        <a:pt x="8055" y="2387"/>
                      </a:lnTo>
                      <a:lnTo>
                        <a:pt x="8283" y="2341"/>
                      </a:lnTo>
                      <a:lnTo>
                        <a:pt x="8356" y="2240"/>
                      </a:lnTo>
                      <a:lnTo>
                        <a:pt x="8475" y="2121"/>
                      </a:lnTo>
                      <a:lnTo>
                        <a:pt x="8621" y="2140"/>
                      </a:lnTo>
                      <a:lnTo>
                        <a:pt x="8704" y="2204"/>
                      </a:lnTo>
                      <a:lnTo>
                        <a:pt x="8850" y="2140"/>
                      </a:lnTo>
                      <a:lnTo>
                        <a:pt x="9024" y="2103"/>
                      </a:lnTo>
                      <a:lnTo>
                        <a:pt x="9069" y="1966"/>
                      </a:lnTo>
                      <a:lnTo>
                        <a:pt x="9170" y="1939"/>
                      </a:lnTo>
                      <a:lnTo>
                        <a:pt x="9225" y="1884"/>
                      </a:lnTo>
                      <a:lnTo>
                        <a:pt x="9261" y="1765"/>
                      </a:lnTo>
                      <a:lnTo>
                        <a:pt x="9335" y="1701"/>
                      </a:lnTo>
                      <a:lnTo>
                        <a:pt x="9225" y="1628"/>
                      </a:lnTo>
                      <a:lnTo>
                        <a:pt x="9188" y="1710"/>
                      </a:lnTo>
                      <a:lnTo>
                        <a:pt x="9051" y="1701"/>
                      </a:lnTo>
                      <a:lnTo>
                        <a:pt x="8914" y="1573"/>
                      </a:lnTo>
                      <a:lnTo>
                        <a:pt x="8786" y="1472"/>
                      </a:lnTo>
                      <a:lnTo>
                        <a:pt x="8631" y="1417"/>
                      </a:lnTo>
                      <a:lnTo>
                        <a:pt x="8512" y="1408"/>
                      </a:lnTo>
                      <a:lnTo>
                        <a:pt x="8338" y="1344"/>
                      </a:lnTo>
                      <a:lnTo>
                        <a:pt x="8164" y="1299"/>
                      </a:lnTo>
                      <a:lnTo>
                        <a:pt x="8100" y="1472"/>
                      </a:lnTo>
                      <a:lnTo>
                        <a:pt x="8055" y="1646"/>
                      </a:lnTo>
                      <a:lnTo>
                        <a:pt x="7936" y="1756"/>
                      </a:lnTo>
                      <a:lnTo>
                        <a:pt x="7716" y="1801"/>
                      </a:lnTo>
                      <a:lnTo>
                        <a:pt x="7607" y="1747"/>
                      </a:lnTo>
                      <a:lnTo>
                        <a:pt x="7625" y="1655"/>
                      </a:lnTo>
                      <a:lnTo>
                        <a:pt x="7771" y="1591"/>
                      </a:lnTo>
                      <a:lnTo>
                        <a:pt x="7771" y="1527"/>
                      </a:lnTo>
                      <a:lnTo>
                        <a:pt x="7945" y="1518"/>
                      </a:lnTo>
                      <a:lnTo>
                        <a:pt x="7963" y="1381"/>
                      </a:lnTo>
                      <a:lnTo>
                        <a:pt x="7908" y="1244"/>
                      </a:lnTo>
                      <a:lnTo>
                        <a:pt x="7789" y="1235"/>
                      </a:lnTo>
                      <a:lnTo>
                        <a:pt x="7671" y="1308"/>
                      </a:lnTo>
                      <a:lnTo>
                        <a:pt x="7332" y="1390"/>
                      </a:lnTo>
                      <a:lnTo>
                        <a:pt x="7159" y="1436"/>
                      </a:lnTo>
                      <a:lnTo>
                        <a:pt x="6921" y="1527"/>
                      </a:lnTo>
                      <a:lnTo>
                        <a:pt x="6747" y="1491"/>
                      </a:lnTo>
                      <a:lnTo>
                        <a:pt x="6509" y="1509"/>
                      </a:lnTo>
                      <a:lnTo>
                        <a:pt x="6299" y="1527"/>
                      </a:lnTo>
                      <a:lnTo>
                        <a:pt x="6208" y="1445"/>
                      </a:lnTo>
                      <a:lnTo>
                        <a:pt x="6125" y="1363"/>
                      </a:lnTo>
                      <a:lnTo>
                        <a:pt x="6071" y="1244"/>
                      </a:lnTo>
                      <a:lnTo>
                        <a:pt x="5924" y="1216"/>
                      </a:lnTo>
                      <a:lnTo>
                        <a:pt x="5833" y="1353"/>
                      </a:lnTo>
                      <a:lnTo>
                        <a:pt x="5824" y="1463"/>
                      </a:lnTo>
                      <a:lnTo>
                        <a:pt x="5805" y="1619"/>
                      </a:lnTo>
                      <a:lnTo>
                        <a:pt x="5650" y="1637"/>
                      </a:lnTo>
                      <a:lnTo>
                        <a:pt x="5440" y="1555"/>
                      </a:lnTo>
                      <a:lnTo>
                        <a:pt x="5165" y="1454"/>
                      </a:lnTo>
                      <a:lnTo>
                        <a:pt x="5001" y="1390"/>
                      </a:lnTo>
                      <a:lnTo>
                        <a:pt x="4845" y="1289"/>
                      </a:lnTo>
                      <a:lnTo>
                        <a:pt x="4727" y="1180"/>
                      </a:lnTo>
                      <a:lnTo>
                        <a:pt x="4699" y="1024"/>
                      </a:lnTo>
                      <a:lnTo>
                        <a:pt x="4772" y="933"/>
                      </a:lnTo>
                      <a:lnTo>
                        <a:pt x="4891" y="823"/>
                      </a:lnTo>
                      <a:lnTo>
                        <a:pt x="4836" y="759"/>
                      </a:lnTo>
                      <a:lnTo>
                        <a:pt x="4736" y="704"/>
                      </a:lnTo>
                      <a:lnTo>
                        <a:pt x="4681" y="576"/>
                      </a:lnTo>
                      <a:lnTo>
                        <a:pt x="4562" y="558"/>
                      </a:lnTo>
                      <a:lnTo>
                        <a:pt x="4397" y="604"/>
                      </a:lnTo>
                      <a:lnTo>
                        <a:pt x="4279" y="668"/>
                      </a:lnTo>
                      <a:lnTo>
                        <a:pt x="4160" y="686"/>
                      </a:lnTo>
                      <a:lnTo>
                        <a:pt x="4123" y="531"/>
                      </a:lnTo>
                      <a:lnTo>
                        <a:pt x="4160" y="375"/>
                      </a:lnTo>
                      <a:lnTo>
                        <a:pt x="4260" y="211"/>
                      </a:lnTo>
                      <a:lnTo>
                        <a:pt x="4297" y="64"/>
                      </a:lnTo>
                      <a:lnTo>
                        <a:pt x="4114" y="37"/>
                      </a:lnTo>
                      <a:lnTo>
                        <a:pt x="3986" y="28"/>
                      </a:lnTo>
                      <a:lnTo>
                        <a:pt x="3849" y="0"/>
                      </a:lnTo>
                      <a:lnTo>
                        <a:pt x="3712" y="55"/>
                      </a:lnTo>
                      <a:lnTo>
                        <a:pt x="3675" y="110"/>
                      </a:lnTo>
                      <a:lnTo>
                        <a:pt x="3538" y="137"/>
                      </a:lnTo>
                      <a:lnTo>
                        <a:pt x="3428" y="156"/>
                      </a:lnTo>
                      <a:lnTo>
                        <a:pt x="3291" y="101"/>
                      </a:lnTo>
                      <a:lnTo>
                        <a:pt x="3191" y="101"/>
                      </a:lnTo>
                      <a:close/>
                    </a:path>
                  </a:pathLst>
                </a:custGeom>
                <a:solidFill>
                  <a:srgbClr val="C4B798"/>
                </a:solidFill>
                <a:ln w="19050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>
                  <a:outerShdw dist="28398" dir="6993903" algn="ctr" rotWithShape="0">
                    <a:srgbClr val="B2B2B2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endParaRPr lang="zh-CN" altLang="en-US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" name="Freeform 317">
                  <a:extLst>
                    <a:ext uri="{FF2B5EF4-FFF2-40B4-BE49-F238E27FC236}">
                      <a16:creationId xmlns:a16="http://schemas.microsoft.com/office/drawing/2014/main" id="{E715BE94-F60E-1A3E-D763-960983E59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752" y="4937"/>
                  <a:ext cx="1737" cy="1545"/>
                </a:xfrm>
                <a:custGeom>
                  <a:avLst/>
                  <a:gdLst>
                    <a:gd name="T0" fmla="*/ 1125 w 1737"/>
                    <a:gd name="T1" fmla="*/ 119 h 1545"/>
                    <a:gd name="T2" fmla="*/ 1015 w 1737"/>
                    <a:gd name="T3" fmla="*/ 210 h 1545"/>
                    <a:gd name="T4" fmla="*/ 887 w 1737"/>
                    <a:gd name="T5" fmla="*/ 357 h 1545"/>
                    <a:gd name="T6" fmla="*/ 786 w 1737"/>
                    <a:gd name="T7" fmla="*/ 549 h 1545"/>
                    <a:gd name="T8" fmla="*/ 686 w 1737"/>
                    <a:gd name="T9" fmla="*/ 759 h 1545"/>
                    <a:gd name="T10" fmla="*/ 530 w 1737"/>
                    <a:gd name="T11" fmla="*/ 896 h 1545"/>
                    <a:gd name="T12" fmla="*/ 421 w 1737"/>
                    <a:gd name="T13" fmla="*/ 997 h 1545"/>
                    <a:gd name="T14" fmla="*/ 338 w 1737"/>
                    <a:gd name="T15" fmla="*/ 905 h 1545"/>
                    <a:gd name="T16" fmla="*/ 274 w 1737"/>
                    <a:gd name="T17" fmla="*/ 905 h 1545"/>
                    <a:gd name="T18" fmla="*/ 256 w 1737"/>
                    <a:gd name="T19" fmla="*/ 1033 h 1545"/>
                    <a:gd name="T20" fmla="*/ 165 w 1737"/>
                    <a:gd name="T21" fmla="*/ 1143 h 1545"/>
                    <a:gd name="T22" fmla="*/ 0 w 1737"/>
                    <a:gd name="T23" fmla="*/ 1207 h 1545"/>
                    <a:gd name="T24" fmla="*/ 183 w 1737"/>
                    <a:gd name="T25" fmla="*/ 1280 h 1545"/>
                    <a:gd name="T26" fmla="*/ 238 w 1737"/>
                    <a:gd name="T27" fmla="*/ 1426 h 1545"/>
                    <a:gd name="T28" fmla="*/ 293 w 1737"/>
                    <a:gd name="T29" fmla="*/ 1545 h 1545"/>
                    <a:gd name="T30" fmla="*/ 411 w 1737"/>
                    <a:gd name="T31" fmla="*/ 1454 h 1545"/>
                    <a:gd name="T32" fmla="*/ 448 w 1737"/>
                    <a:gd name="T33" fmla="*/ 1353 h 1545"/>
                    <a:gd name="T34" fmla="*/ 567 w 1737"/>
                    <a:gd name="T35" fmla="*/ 1189 h 1545"/>
                    <a:gd name="T36" fmla="*/ 622 w 1737"/>
                    <a:gd name="T37" fmla="*/ 1033 h 1545"/>
                    <a:gd name="T38" fmla="*/ 722 w 1737"/>
                    <a:gd name="T39" fmla="*/ 896 h 1545"/>
                    <a:gd name="T40" fmla="*/ 869 w 1737"/>
                    <a:gd name="T41" fmla="*/ 750 h 1545"/>
                    <a:gd name="T42" fmla="*/ 987 w 1737"/>
                    <a:gd name="T43" fmla="*/ 631 h 1545"/>
                    <a:gd name="T44" fmla="*/ 1115 w 1737"/>
                    <a:gd name="T45" fmla="*/ 549 h 1545"/>
                    <a:gd name="T46" fmla="*/ 1243 w 1737"/>
                    <a:gd name="T47" fmla="*/ 485 h 1545"/>
                    <a:gd name="T48" fmla="*/ 1381 w 1737"/>
                    <a:gd name="T49" fmla="*/ 448 h 1545"/>
                    <a:gd name="T50" fmla="*/ 1472 w 1737"/>
                    <a:gd name="T51" fmla="*/ 384 h 1545"/>
                    <a:gd name="T52" fmla="*/ 1591 w 1737"/>
                    <a:gd name="T53" fmla="*/ 329 h 1545"/>
                    <a:gd name="T54" fmla="*/ 1737 w 1737"/>
                    <a:gd name="T55" fmla="*/ 311 h 1545"/>
                    <a:gd name="T56" fmla="*/ 1627 w 1737"/>
                    <a:gd name="T57" fmla="*/ 119 h 1545"/>
                    <a:gd name="T58" fmla="*/ 1472 w 1737"/>
                    <a:gd name="T59" fmla="*/ 0 h 1545"/>
                    <a:gd name="T60" fmla="*/ 1298 w 1737"/>
                    <a:gd name="T61" fmla="*/ 37 h 1545"/>
                    <a:gd name="T62" fmla="*/ 1125 w 1737"/>
                    <a:gd name="T63" fmla="*/ 119 h 154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737" h="1545">
                      <a:moveTo>
                        <a:pt x="1125" y="119"/>
                      </a:moveTo>
                      <a:lnTo>
                        <a:pt x="1015" y="210"/>
                      </a:lnTo>
                      <a:lnTo>
                        <a:pt x="887" y="357"/>
                      </a:lnTo>
                      <a:lnTo>
                        <a:pt x="786" y="549"/>
                      </a:lnTo>
                      <a:lnTo>
                        <a:pt x="686" y="759"/>
                      </a:lnTo>
                      <a:lnTo>
                        <a:pt x="530" y="896"/>
                      </a:lnTo>
                      <a:lnTo>
                        <a:pt x="421" y="997"/>
                      </a:lnTo>
                      <a:lnTo>
                        <a:pt x="338" y="905"/>
                      </a:lnTo>
                      <a:lnTo>
                        <a:pt x="274" y="905"/>
                      </a:lnTo>
                      <a:lnTo>
                        <a:pt x="256" y="1033"/>
                      </a:lnTo>
                      <a:lnTo>
                        <a:pt x="165" y="1143"/>
                      </a:lnTo>
                      <a:lnTo>
                        <a:pt x="0" y="1207"/>
                      </a:lnTo>
                      <a:lnTo>
                        <a:pt x="183" y="1280"/>
                      </a:lnTo>
                      <a:lnTo>
                        <a:pt x="238" y="1426"/>
                      </a:lnTo>
                      <a:lnTo>
                        <a:pt x="293" y="1545"/>
                      </a:lnTo>
                      <a:lnTo>
                        <a:pt x="411" y="1454"/>
                      </a:lnTo>
                      <a:lnTo>
                        <a:pt x="448" y="1353"/>
                      </a:lnTo>
                      <a:lnTo>
                        <a:pt x="567" y="1189"/>
                      </a:lnTo>
                      <a:lnTo>
                        <a:pt x="622" y="1033"/>
                      </a:lnTo>
                      <a:lnTo>
                        <a:pt x="722" y="896"/>
                      </a:lnTo>
                      <a:lnTo>
                        <a:pt x="869" y="750"/>
                      </a:lnTo>
                      <a:lnTo>
                        <a:pt x="987" y="631"/>
                      </a:lnTo>
                      <a:lnTo>
                        <a:pt x="1115" y="549"/>
                      </a:lnTo>
                      <a:lnTo>
                        <a:pt x="1243" y="485"/>
                      </a:lnTo>
                      <a:lnTo>
                        <a:pt x="1381" y="448"/>
                      </a:lnTo>
                      <a:lnTo>
                        <a:pt x="1472" y="384"/>
                      </a:lnTo>
                      <a:lnTo>
                        <a:pt x="1591" y="329"/>
                      </a:lnTo>
                      <a:lnTo>
                        <a:pt x="1737" y="311"/>
                      </a:lnTo>
                      <a:lnTo>
                        <a:pt x="1627" y="119"/>
                      </a:lnTo>
                      <a:lnTo>
                        <a:pt x="1472" y="0"/>
                      </a:lnTo>
                      <a:lnTo>
                        <a:pt x="1298" y="37"/>
                      </a:lnTo>
                      <a:lnTo>
                        <a:pt x="1125" y="119"/>
                      </a:lnTo>
                      <a:close/>
                    </a:path>
                  </a:pathLst>
                </a:custGeom>
                <a:solidFill>
                  <a:srgbClr val="C4B798"/>
                </a:solidFill>
                <a:ln w="19050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>
                  <a:outerShdw dist="28398" dir="6993903" algn="ctr" rotWithShape="0">
                    <a:srgbClr val="B2B2B2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endParaRPr lang="zh-CN" altLang="en-US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AFDD9078-09CF-A839-CABE-E57CC905D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849" y="3969686"/>
              <a:ext cx="738188" cy="693738"/>
            </a:xfrm>
            <a:custGeom>
              <a:avLst/>
              <a:gdLst>
                <a:gd name="T0" fmla="*/ 138 w 2324"/>
                <a:gd name="T1" fmla="*/ 10 h 2186"/>
                <a:gd name="T2" fmla="*/ 167 w 2324"/>
                <a:gd name="T3" fmla="*/ 43 h 2186"/>
                <a:gd name="T4" fmla="*/ 204 w 2324"/>
                <a:gd name="T5" fmla="*/ 39 h 2186"/>
                <a:gd name="T6" fmla="*/ 255 w 2324"/>
                <a:gd name="T7" fmla="*/ 37 h 2186"/>
                <a:gd name="T8" fmla="*/ 273 w 2324"/>
                <a:gd name="T9" fmla="*/ 92 h 2186"/>
                <a:gd name="T10" fmla="*/ 303 w 2324"/>
                <a:gd name="T11" fmla="*/ 129 h 2186"/>
                <a:gd name="T12" fmla="*/ 365 w 2324"/>
                <a:gd name="T13" fmla="*/ 189 h 2186"/>
                <a:gd name="T14" fmla="*/ 389 w 2324"/>
                <a:gd name="T15" fmla="*/ 225 h 2186"/>
                <a:gd name="T16" fmla="*/ 429 w 2324"/>
                <a:gd name="T17" fmla="*/ 229 h 2186"/>
                <a:gd name="T18" fmla="*/ 461 w 2324"/>
                <a:gd name="T19" fmla="*/ 210 h 2186"/>
                <a:gd name="T20" fmla="*/ 465 w 2324"/>
                <a:gd name="T21" fmla="*/ 220 h 2186"/>
                <a:gd name="T22" fmla="*/ 447 w 2324"/>
                <a:gd name="T23" fmla="*/ 236 h 2186"/>
                <a:gd name="T24" fmla="*/ 437 w 2324"/>
                <a:gd name="T25" fmla="*/ 256 h 2186"/>
                <a:gd name="T26" fmla="*/ 435 w 2324"/>
                <a:gd name="T27" fmla="*/ 268 h 2186"/>
                <a:gd name="T28" fmla="*/ 420 w 2324"/>
                <a:gd name="T29" fmla="*/ 272 h 2186"/>
                <a:gd name="T30" fmla="*/ 406 w 2324"/>
                <a:gd name="T31" fmla="*/ 280 h 2186"/>
                <a:gd name="T32" fmla="*/ 390 w 2324"/>
                <a:gd name="T33" fmla="*/ 294 h 2186"/>
                <a:gd name="T34" fmla="*/ 373 w 2324"/>
                <a:gd name="T35" fmla="*/ 300 h 2186"/>
                <a:gd name="T36" fmla="*/ 365 w 2324"/>
                <a:gd name="T37" fmla="*/ 309 h 2186"/>
                <a:gd name="T38" fmla="*/ 339 w 2324"/>
                <a:gd name="T39" fmla="*/ 300 h 2186"/>
                <a:gd name="T40" fmla="*/ 324 w 2324"/>
                <a:gd name="T41" fmla="*/ 308 h 2186"/>
                <a:gd name="T42" fmla="*/ 333 w 2324"/>
                <a:gd name="T43" fmla="*/ 322 h 2186"/>
                <a:gd name="T44" fmla="*/ 343 w 2324"/>
                <a:gd name="T45" fmla="*/ 330 h 2186"/>
                <a:gd name="T46" fmla="*/ 332 w 2324"/>
                <a:gd name="T47" fmla="*/ 337 h 2186"/>
                <a:gd name="T48" fmla="*/ 318 w 2324"/>
                <a:gd name="T49" fmla="*/ 330 h 2186"/>
                <a:gd name="T50" fmla="*/ 306 w 2324"/>
                <a:gd name="T51" fmla="*/ 316 h 2186"/>
                <a:gd name="T52" fmla="*/ 291 w 2324"/>
                <a:gd name="T53" fmla="*/ 320 h 2186"/>
                <a:gd name="T54" fmla="*/ 288 w 2324"/>
                <a:gd name="T55" fmla="*/ 336 h 2186"/>
                <a:gd name="T56" fmla="*/ 277 w 2324"/>
                <a:gd name="T57" fmla="*/ 354 h 2186"/>
                <a:gd name="T58" fmla="*/ 256 w 2324"/>
                <a:gd name="T59" fmla="*/ 346 h 2186"/>
                <a:gd name="T60" fmla="*/ 238 w 2324"/>
                <a:gd name="T61" fmla="*/ 355 h 2186"/>
                <a:gd name="T62" fmla="*/ 220 w 2324"/>
                <a:gd name="T63" fmla="*/ 362 h 2186"/>
                <a:gd name="T64" fmla="*/ 199 w 2324"/>
                <a:gd name="T65" fmla="*/ 369 h 2186"/>
                <a:gd name="T66" fmla="*/ 201 w 2324"/>
                <a:gd name="T67" fmla="*/ 391 h 2186"/>
                <a:gd name="T68" fmla="*/ 184 w 2324"/>
                <a:gd name="T69" fmla="*/ 397 h 2186"/>
                <a:gd name="T70" fmla="*/ 169 w 2324"/>
                <a:gd name="T71" fmla="*/ 405 h 2186"/>
                <a:gd name="T72" fmla="*/ 161 w 2324"/>
                <a:gd name="T73" fmla="*/ 408 h 2186"/>
                <a:gd name="T74" fmla="*/ 147 w 2324"/>
                <a:gd name="T75" fmla="*/ 420 h 2186"/>
                <a:gd name="T76" fmla="*/ 130 w 2324"/>
                <a:gd name="T77" fmla="*/ 417 h 2186"/>
                <a:gd name="T78" fmla="*/ 114 w 2324"/>
                <a:gd name="T79" fmla="*/ 415 h 2186"/>
                <a:gd name="T80" fmla="*/ 100 w 2324"/>
                <a:gd name="T81" fmla="*/ 422 h 2186"/>
                <a:gd name="T82" fmla="*/ 90 w 2324"/>
                <a:gd name="T83" fmla="*/ 432 h 2186"/>
                <a:gd name="T84" fmla="*/ 75 w 2324"/>
                <a:gd name="T85" fmla="*/ 433 h 2186"/>
                <a:gd name="T86" fmla="*/ 55 w 2324"/>
                <a:gd name="T87" fmla="*/ 436 h 2186"/>
                <a:gd name="T88" fmla="*/ 29 w 2324"/>
                <a:gd name="T89" fmla="*/ 433 h 2186"/>
                <a:gd name="T90" fmla="*/ 17 w 2324"/>
                <a:gd name="T91" fmla="*/ 426 h 2186"/>
                <a:gd name="T92" fmla="*/ 29 w 2324"/>
                <a:gd name="T93" fmla="*/ 393 h 2186"/>
                <a:gd name="T94" fmla="*/ 17 w 2324"/>
                <a:gd name="T95" fmla="*/ 369 h 2186"/>
                <a:gd name="T96" fmla="*/ 20 w 2324"/>
                <a:gd name="T97" fmla="*/ 313 h 2186"/>
                <a:gd name="T98" fmla="*/ 13 w 2324"/>
                <a:gd name="T99" fmla="*/ 286 h 2186"/>
                <a:gd name="T100" fmla="*/ 14 w 2324"/>
                <a:gd name="T101" fmla="*/ 252 h 2186"/>
                <a:gd name="T102" fmla="*/ 41 w 2324"/>
                <a:gd name="T103" fmla="*/ 217 h 2186"/>
                <a:gd name="T104" fmla="*/ 29 w 2324"/>
                <a:gd name="T105" fmla="*/ 175 h 2186"/>
                <a:gd name="T106" fmla="*/ 47 w 2324"/>
                <a:gd name="T107" fmla="*/ 142 h 2186"/>
                <a:gd name="T108" fmla="*/ 45 w 2324"/>
                <a:gd name="T109" fmla="*/ 97 h 2186"/>
                <a:gd name="T110" fmla="*/ 62 w 2324"/>
                <a:gd name="T111" fmla="*/ 63 h 2186"/>
                <a:gd name="T112" fmla="*/ 104 w 2324"/>
                <a:gd name="T113" fmla="*/ 48 h 2186"/>
                <a:gd name="T114" fmla="*/ 110 w 2324"/>
                <a:gd name="T115" fmla="*/ 0 h 218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324" h="2186">
                  <a:moveTo>
                    <a:pt x="549" y="0"/>
                  </a:moveTo>
                  <a:lnTo>
                    <a:pt x="690" y="48"/>
                  </a:lnTo>
                  <a:lnTo>
                    <a:pt x="775" y="106"/>
                  </a:lnTo>
                  <a:lnTo>
                    <a:pt x="835" y="217"/>
                  </a:lnTo>
                  <a:lnTo>
                    <a:pt x="999" y="241"/>
                  </a:lnTo>
                  <a:lnTo>
                    <a:pt x="1018" y="196"/>
                  </a:lnTo>
                  <a:lnTo>
                    <a:pt x="1159" y="201"/>
                  </a:lnTo>
                  <a:lnTo>
                    <a:pt x="1276" y="186"/>
                  </a:lnTo>
                  <a:lnTo>
                    <a:pt x="1390" y="262"/>
                  </a:lnTo>
                  <a:lnTo>
                    <a:pt x="1363" y="459"/>
                  </a:lnTo>
                  <a:lnTo>
                    <a:pt x="1394" y="616"/>
                  </a:lnTo>
                  <a:lnTo>
                    <a:pt x="1516" y="645"/>
                  </a:lnTo>
                  <a:lnTo>
                    <a:pt x="1755" y="753"/>
                  </a:lnTo>
                  <a:lnTo>
                    <a:pt x="1825" y="946"/>
                  </a:lnTo>
                  <a:lnTo>
                    <a:pt x="1903" y="933"/>
                  </a:lnTo>
                  <a:lnTo>
                    <a:pt x="1944" y="1128"/>
                  </a:lnTo>
                  <a:lnTo>
                    <a:pt x="2050" y="1101"/>
                  </a:lnTo>
                  <a:lnTo>
                    <a:pt x="2145" y="1147"/>
                  </a:lnTo>
                  <a:lnTo>
                    <a:pt x="2242" y="1126"/>
                  </a:lnTo>
                  <a:lnTo>
                    <a:pt x="2306" y="1051"/>
                  </a:lnTo>
                  <a:lnTo>
                    <a:pt x="2324" y="1047"/>
                  </a:lnTo>
                  <a:lnTo>
                    <a:pt x="2322" y="1100"/>
                  </a:lnTo>
                  <a:cubicBezTo>
                    <a:pt x="2320" y="1114"/>
                    <a:pt x="2316" y="1120"/>
                    <a:pt x="2313" y="1130"/>
                  </a:cubicBezTo>
                  <a:lnTo>
                    <a:pt x="2235" y="1181"/>
                  </a:lnTo>
                  <a:cubicBezTo>
                    <a:pt x="2229" y="1195"/>
                    <a:pt x="2223" y="1209"/>
                    <a:pt x="2217" y="1223"/>
                  </a:cubicBezTo>
                  <a:lnTo>
                    <a:pt x="2184" y="1280"/>
                  </a:lnTo>
                  <a:cubicBezTo>
                    <a:pt x="2190" y="1289"/>
                    <a:pt x="2196" y="1298"/>
                    <a:pt x="2202" y="1307"/>
                  </a:cubicBezTo>
                  <a:cubicBezTo>
                    <a:pt x="2193" y="1318"/>
                    <a:pt x="2184" y="1329"/>
                    <a:pt x="2175" y="1340"/>
                  </a:cubicBezTo>
                  <a:lnTo>
                    <a:pt x="2133" y="1373"/>
                  </a:lnTo>
                  <a:cubicBezTo>
                    <a:pt x="2121" y="1369"/>
                    <a:pt x="2109" y="1365"/>
                    <a:pt x="2097" y="1361"/>
                  </a:cubicBezTo>
                  <a:cubicBezTo>
                    <a:pt x="2092" y="1370"/>
                    <a:pt x="2087" y="1379"/>
                    <a:pt x="2082" y="1388"/>
                  </a:cubicBezTo>
                  <a:lnTo>
                    <a:pt x="2028" y="1403"/>
                  </a:lnTo>
                  <a:lnTo>
                    <a:pt x="2016" y="1451"/>
                  </a:lnTo>
                  <a:lnTo>
                    <a:pt x="1950" y="1472"/>
                  </a:lnTo>
                  <a:lnTo>
                    <a:pt x="1884" y="1463"/>
                  </a:lnTo>
                  <a:cubicBezTo>
                    <a:pt x="1878" y="1475"/>
                    <a:pt x="1872" y="1487"/>
                    <a:pt x="1866" y="1499"/>
                  </a:cubicBezTo>
                  <a:cubicBezTo>
                    <a:pt x="1863" y="1521"/>
                    <a:pt x="1860" y="1543"/>
                    <a:pt x="1857" y="1565"/>
                  </a:cubicBezTo>
                  <a:lnTo>
                    <a:pt x="1824" y="1544"/>
                  </a:lnTo>
                  <a:lnTo>
                    <a:pt x="1758" y="1526"/>
                  </a:lnTo>
                  <a:lnTo>
                    <a:pt x="1695" y="1499"/>
                  </a:lnTo>
                  <a:cubicBezTo>
                    <a:pt x="1685" y="1514"/>
                    <a:pt x="1675" y="1529"/>
                    <a:pt x="1665" y="1544"/>
                  </a:cubicBezTo>
                  <a:lnTo>
                    <a:pt x="1617" y="1541"/>
                  </a:lnTo>
                  <a:cubicBezTo>
                    <a:pt x="1618" y="1557"/>
                    <a:pt x="1619" y="1573"/>
                    <a:pt x="1620" y="1589"/>
                  </a:cubicBezTo>
                  <a:lnTo>
                    <a:pt x="1665" y="1613"/>
                  </a:lnTo>
                  <a:lnTo>
                    <a:pt x="1704" y="1601"/>
                  </a:lnTo>
                  <a:cubicBezTo>
                    <a:pt x="1707" y="1617"/>
                    <a:pt x="1710" y="1633"/>
                    <a:pt x="1713" y="1649"/>
                  </a:cubicBezTo>
                  <a:cubicBezTo>
                    <a:pt x="1718" y="1664"/>
                    <a:pt x="1723" y="1679"/>
                    <a:pt x="1728" y="1694"/>
                  </a:cubicBezTo>
                  <a:lnTo>
                    <a:pt x="1659" y="1688"/>
                  </a:lnTo>
                  <a:lnTo>
                    <a:pt x="1617" y="1676"/>
                  </a:lnTo>
                  <a:lnTo>
                    <a:pt x="1587" y="1652"/>
                  </a:lnTo>
                  <a:cubicBezTo>
                    <a:pt x="1581" y="1634"/>
                    <a:pt x="1575" y="1616"/>
                    <a:pt x="1569" y="1598"/>
                  </a:cubicBezTo>
                  <a:lnTo>
                    <a:pt x="1530" y="1580"/>
                  </a:lnTo>
                  <a:cubicBezTo>
                    <a:pt x="1520" y="1571"/>
                    <a:pt x="1510" y="1562"/>
                    <a:pt x="1500" y="1553"/>
                  </a:cubicBezTo>
                  <a:lnTo>
                    <a:pt x="1452" y="1601"/>
                  </a:lnTo>
                  <a:lnTo>
                    <a:pt x="1410" y="1640"/>
                  </a:lnTo>
                  <a:cubicBezTo>
                    <a:pt x="1420" y="1654"/>
                    <a:pt x="1430" y="1668"/>
                    <a:pt x="1440" y="1682"/>
                  </a:cubicBezTo>
                  <a:cubicBezTo>
                    <a:pt x="1436" y="1698"/>
                    <a:pt x="1432" y="1714"/>
                    <a:pt x="1428" y="1730"/>
                  </a:cubicBezTo>
                  <a:lnTo>
                    <a:pt x="1386" y="1769"/>
                  </a:lnTo>
                  <a:lnTo>
                    <a:pt x="1314" y="1742"/>
                  </a:lnTo>
                  <a:lnTo>
                    <a:pt x="1281" y="1733"/>
                  </a:lnTo>
                  <a:lnTo>
                    <a:pt x="1230" y="1757"/>
                  </a:lnTo>
                  <a:lnTo>
                    <a:pt x="1188" y="1775"/>
                  </a:lnTo>
                  <a:lnTo>
                    <a:pt x="1134" y="1784"/>
                  </a:lnTo>
                  <a:lnTo>
                    <a:pt x="1101" y="1811"/>
                  </a:lnTo>
                  <a:lnTo>
                    <a:pt x="1029" y="1808"/>
                  </a:lnTo>
                  <a:lnTo>
                    <a:pt x="993" y="1844"/>
                  </a:lnTo>
                  <a:cubicBezTo>
                    <a:pt x="991" y="1869"/>
                    <a:pt x="989" y="1894"/>
                    <a:pt x="987" y="1919"/>
                  </a:cubicBezTo>
                  <a:cubicBezTo>
                    <a:pt x="993" y="1932"/>
                    <a:pt x="999" y="1945"/>
                    <a:pt x="1005" y="1958"/>
                  </a:cubicBezTo>
                  <a:cubicBezTo>
                    <a:pt x="1000" y="1972"/>
                    <a:pt x="995" y="1986"/>
                    <a:pt x="990" y="2000"/>
                  </a:cubicBezTo>
                  <a:lnTo>
                    <a:pt x="921" y="1988"/>
                  </a:lnTo>
                  <a:lnTo>
                    <a:pt x="870" y="1997"/>
                  </a:lnTo>
                  <a:cubicBezTo>
                    <a:pt x="862" y="2007"/>
                    <a:pt x="854" y="2017"/>
                    <a:pt x="846" y="2027"/>
                  </a:cubicBezTo>
                  <a:cubicBezTo>
                    <a:pt x="845" y="2041"/>
                    <a:pt x="844" y="2055"/>
                    <a:pt x="843" y="2069"/>
                  </a:cubicBezTo>
                  <a:lnTo>
                    <a:pt x="807" y="2042"/>
                  </a:lnTo>
                  <a:cubicBezTo>
                    <a:pt x="801" y="2059"/>
                    <a:pt x="795" y="2076"/>
                    <a:pt x="789" y="2093"/>
                  </a:cubicBezTo>
                  <a:lnTo>
                    <a:pt x="735" y="2099"/>
                  </a:lnTo>
                  <a:lnTo>
                    <a:pt x="690" y="2075"/>
                  </a:lnTo>
                  <a:lnTo>
                    <a:pt x="651" y="2084"/>
                  </a:lnTo>
                  <a:cubicBezTo>
                    <a:pt x="641" y="2081"/>
                    <a:pt x="631" y="2078"/>
                    <a:pt x="621" y="2075"/>
                  </a:cubicBezTo>
                  <a:lnTo>
                    <a:pt x="570" y="2075"/>
                  </a:lnTo>
                  <a:cubicBezTo>
                    <a:pt x="556" y="2083"/>
                    <a:pt x="542" y="2091"/>
                    <a:pt x="528" y="2099"/>
                  </a:cubicBezTo>
                  <a:lnTo>
                    <a:pt x="501" y="2111"/>
                  </a:lnTo>
                  <a:cubicBezTo>
                    <a:pt x="497" y="2124"/>
                    <a:pt x="493" y="2137"/>
                    <a:pt x="489" y="2150"/>
                  </a:cubicBezTo>
                  <a:lnTo>
                    <a:pt x="450" y="2162"/>
                  </a:lnTo>
                  <a:lnTo>
                    <a:pt x="411" y="2186"/>
                  </a:lnTo>
                  <a:lnTo>
                    <a:pt x="375" y="2165"/>
                  </a:lnTo>
                  <a:lnTo>
                    <a:pt x="315" y="2171"/>
                  </a:lnTo>
                  <a:lnTo>
                    <a:pt x="273" y="2183"/>
                  </a:lnTo>
                  <a:lnTo>
                    <a:pt x="193" y="2183"/>
                  </a:lnTo>
                  <a:lnTo>
                    <a:pt x="147" y="2165"/>
                  </a:lnTo>
                  <a:lnTo>
                    <a:pt x="109" y="2151"/>
                  </a:lnTo>
                  <a:lnTo>
                    <a:pt x="84" y="2129"/>
                  </a:lnTo>
                  <a:lnTo>
                    <a:pt x="73" y="2045"/>
                  </a:lnTo>
                  <a:lnTo>
                    <a:pt x="144" y="1966"/>
                  </a:lnTo>
                  <a:lnTo>
                    <a:pt x="0" y="1926"/>
                  </a:lnTo>
                  <a:lnTo>
                    <a:pt x="85" y="1846"/>
                  </a:lnTo>
                  <a:lnTo>
                    <a:pt x="73" y="1681"/>
                  </a:lnTo>
                  <a:lnTo>
                    <a:pt x="100" y="1567"/>
                  </a:lnTo>
                  <a:lnTo>
                    <a:pt x="30" y="1492"/>
                  </a:lnTo>
                  <a:lnTo>
                    <a:pt x="64" y="1431"/>
                  </a:lnTo>
                  <a:lnTo>
                    <a:pt x="159" y="1309"/>
                  </a:lnTo>
                  <a:lnTo>
                    <a:pt x="70" y="1261"/>
                  </a:lnTo>
                  <a:lnTo>
                    <a:pt x="114" y="1161"/>
                  </a:lnTo>
                  <a:lnTo>
                    <a:pt x="204" y="1086"/>
                  </a:lnTo>
                  <a:lnTo>
                    <a:pt x="134" y="1011"/>
                  </a:lnTo>
                  <a:lnTo>
                    <a:pt x="144" y="876"/>
                  </a:lnTo>
                  <a:lnTo>
                    <a:pt x="117" y="765"/>
                  </a:lnTo>
                  <a:lnTo>
                    <a:pt x="237" y="712"/>
                  </a:lnTo>
                  <a:lnTo>
                    <a:pt x="295" y="591"/>
                  </a:lnTo>
                  <a:lnTo>
                    <a:pt x="225" y="486"/>
                  </a:lnTo>
                  <a:lnTo>
                    <a:pt x="282" y="408"/>
                  </a:lnTo>
                  <a:lnTo>
                    <a:pt x="309" y="316"/>
                  </a:lnTo>
                  <a:lnTo>
                    <a:pt x="434" y="346"/>
                  </a:lnTo>
                  <a:lnTo>
                    <a:pt x="519" y="238"/>
                  </a:lnTo>
                  <a:lnTo>
                    <a:pt x="541" y="120"/>
                  </a:lnTo>
                  <a:lnTo>
                    <a:pt x="549" y="0"/>
                  </a:lnTo>
                  <a:close/>
                </a:path>
              </a:pathLst>
            </a:custGeom>
            <a:solidFill>
              <a:srgbClr val="C3B996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3E5B2463-C9C1-A49F-858A-A865FD618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487" y="4083986"/>
              <a:ext cx="1338263" cy="1144588"/>
            </a:xfrm>
            <a:custGeom>
              <a:avLst/>
              <a:gdLst>
                <a:gd name="T0" fmla="*/ 771 w 4215"/>
                <a:gd name="T1" fmla="*/ 100 h 3605"/>
                <a:gd name="T2" fmla="*/ 688 w 4215"/>
                <a:gd name="T3" fmla="*/ 175 h 3605"/>
                <a:gd name="T4" fmla="*/ 586 w 4215"/>
                <a:gd name="T5" fmla="*/ 252 h 3605"/>
                <a:gd name="T6" fmla="*/ 574 w 4215"/>
                <a:gd name="T7" fmla="*/ 268 h 3605"/>
                <a:gd name="T8" fmla="*/ 567 w 4215"/>
                <a:gd name="T9" fmla="*/ 301 h 3605"/>
                <a:gd name="T10" fmla="*/ 481 w 4215"/>
                <a:gd name="T11" fmla="*/ 321 h 3605"/>
                <a:gd name="T12" fmla="*/ 452 w 4215"/>
                <a:gd name="T13" fmla="*/ 380 h 3605"/>
                <a:gd name="T14" fmla="*/ 411 w 4215"/>
                <a:gd name="T15" fmla="*/ 369 h 3605"/>
                <a:gd name="T16" fmla="*/ 357 w 4215"/>
                <a:gd name="T17" fmla="*/ 429 h 3605"/>
                <a:gd name="T18" fmla="*/ 369 w 4215"/>
                <a:gd name="T19" fmla="*/ 526 h 3605"/>
                <a:gd name="T20" fmla="*/ 360 w 4215"/>
                <a:gd name="T21" fmla="*/ 622 h 3605"/>
                <a:gd name="T22" fmla="*/ 264 w 4215"/>
                <a:gd name="T23" fmla="*/ 676 h 3605"/>
                <a:gd name="T24" fmla="*/ 178 w 4215"/>
                <a:gd name="T25" fmla="*/ 721 h 3605"/>
                <a:gd name="T26" fmla="*/ 177 w 4215"/>
                <a:gd name="T27" fmla="*/ 691 h 3605"/>
                <a:gd name="T28" fmla="*/ 175 w 4215"/>
                <a:gd name="T29" fmla="*/ 648 h 3605"/>
                <a:gd name="T30" fmla="*/ 141 w 4215"/>
                <a:gd name="T31" fmla="*/ 609 h 3605"/>
                <a:gd name="T32" fmla="*/ 108 w 4215"/>
                <a:gd name="T33" fmla="*/ 597 h 3605"/>
                <a:gd name="T34" fmla="*/ 43 w 4215"/>
                <a:gd name="T35" fmla="*/ 591 h 3605"/>
                <a:gd name="T36" fmla="*/ 27 w 4215"/>
                <a:gd name="T37" fmla="*/ 582 h 3605"/>
                <a:gd name="T38" fmla="*/ 75 w 4215"/>
                <a:gd name="T39" fmla="*/ 559 h 3605"/>
                <a:gd name="T40" fmla="*/ 27 w 4215"/>
                <a:gd name="T41" fmla="*/ 556 h 3605"/>
                <a:gd name="T42" fmla="*/ 0 w 4215"/>
                <a:gd name="T43" fmla="*/ 507 h 3605"/>
                <a:gd name="T44" fmla="*/ 39 w 4215"/>
                <a:gd name="T45" fmla="*/ 463 h 3605"/>
                <a:gd name="T46" fmla="*/ 33 w 4215"/>
                <a:gd name="T47" fmla="*/ 398 h 3605"/>
                <a:gd name="T48" fmla="*/ 84 w 4215"/>
                <a:gd name="T49" fmla="*/ 354 h 3605"/>
                <a:gd name="T50" fmla="*/ 89 w 4215"/>
                <a:gd name="T51" fmla="*/ 358 h 3605"/>
                <a:gd name="T52" fmla="*/ 122 w 4215"/>
                <a:gd name="T53" fmla="*/ 364 h 3605"/>
                <a:gd name="T54" fmla="*/ 149 w 4215"/>
                <a:gd name="T55" fmla="*/ 365 h 3605"/>
                <a:gd name="T56" fmla="*/ 167 w 4215"/>
                <a:gd name="T57" fmla="*/ 350 h 3605"/>
                <a:gd name="T58" fmla="*/ 191 w 4215"/>
                <a:gd name="T59" fmla="*/ 343 h 3605"/>
                <a:gd name="T60" fmla="*/ 214 w 4215"/>
                <a:gd name="T61" fmla="*/ 348 h 3605"/>
                <a:gd name="T62" fmla="*/ 236 w 4215"/>
                <a:gd name="T63" fmla="*/ 342 h 3605"/>
                <a:gd name="T64" fmla="*/ 251 w 4215"/>
                <a:gd name="T65" fmla="*/ 325 h 3605"/>
                <a:gd name="T66" fmla="*/ 265 w 4215"/>
                <a:gd name="T67" fmla="*/ 312 h 3605"/>
                <a:gd name="T68" fmla="*/ 287 w 4215"/>
                <a:gd name="T69" fmla="*/ 290 h 3605"/>
                <a:gd name="T70" fmla="*/ 313 w 4215"/>
                <a:gd name="T71" fmla="*/ 279 h 3605"/>
                <a:gd name="T72" fmla="*/ 344 w 4215"/>
                <a:gd name="T73" fmla="*/ 282 h 3605"/>
                <a:gd name="T74" fmla="*/ 349 w 4215"/>
                <a:gd name="T75" fmla="*/ 256 h 3605"/>
                <a:gd name="T76" fmla="*/ 373 w 4215"/>
                <a:gd name="T77" fmla="*/ 244 h 3605"/>
                <a:gd name="T78" fmla="*/ 391 w 4215"/>
                <a:gd name="T79" fmla="*/ 263 h 3605"/>
                <a:gd name="T80" fmla="*/ 410 w 4215"/>
                <a:gd name="T81" fmla="*/ 258 h 3605"/>
                <a:gd name="T82" fmla="*/ 391 w 4215"/>
                <a:gd name="T83" fmla="*/ 246 h 3605"/>
                <a:gd name="T84" fmla="*/ 406 w 4215"/>
                <a:gd name="T85" fmla="*/ 228 h 3605"/>
                <a:gd name="T86" fmla="*/ 439 w 4215"/>
                <a:gd name="T87" fmla="*/ 241 h 3605"/>
                <a:gd name="T88" fmla="*/ 457 w 4215"/>
                <a:gd name="T89" fmla="*/ 222 h 3605"/>
                <a:gd name="T90" fmla="*/ 484 w 4215"/>
                <a:gd name="T91" fmla="*/ 205 h 3605"/>
                <a:gd name="T92" fmla="*/ 502 w 4215"/>
                <a:gd name="T93" fmla="*/ 196 h 3605"/>
                <a:gd name="T94" fmla="*/ 511 w 4215"/>
                <a:gd name="T95" fmla="*/ 172 h 3605"/>
                <a:gd name="T96" fmla="*/ 532 w 4215"/>
                <a:gd name="T97" fmla="*/ 148 h 3605"/>
                <a:gd name="T98" fmla="*/ 589 w 4215"/>
                <a:gd name="T99" fmla="*/ 124 h 3605"/>
                <a:gd name="T100" fmla="*/ 607 w 4215"/>
                <a:gd name="T101" fmla="*/ 70 h 3605"/>
                <a:gd name="T102" fmla="*/ 667 w 4215"/>
                <a:gd name="T103" fmla="*/ 91 h 3605"/>
                <a:gd name="T104" fmla="*/ 694 w 4215"/>
                <a:gd name="T105" fmla="*/ 42 h 3605"/>
                <a:gd name="T106" fmla="*/ 741 w 4215"/>
                <a:gd name="T107" fmla="*/ 27 h 3605"/>
                <a:gd name="T108" fmla="*/ 808 w 4215"/>
                <a:gd name="T109" fmla="*/ 16 h 360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215" h="3605">
                  <a:moveTo>
                    <a:pt x="4170" y="0"/>
                  </a:moveTo>
                  <a:lnTo>
                    <a:pt x="4215" y="60"/>
                  </a:lnTo>
                  <a:lnTo>
                    <a:pt x="3855" y="500"/>
                  </a:lnTo>
                  <a:lnTo>
                    <a:pt x="3690" y="585"/>
                  </a:lnTo>
                  <a:lnTo>
                    <a:pt x="3510" y="740"/>
                  </a:lnTo>
                  <a:lnTo>
                    <a:pt x="3440" y="875"/>
                  </a:lnTo>
                  <a:lnTo>
                    <a:pt x="3260" y="975"/>
                  </a:lnTo>
                  <a:lnTo>
                    <a:pt x="3035" y="1115"/>
                  </a:lnTo>
                  <a:lnTo>
                    <a:pt x="2930" y="1260"/>
                  </a:lnTo>
                  <a:lnTo>
                    <a:pt x="2963" y="1342"/>
                  </a:lnTo>
                  <a:lnTo>
                    <a:pt x="2907" y="1310"/>
                  </a:lnTo>
                  <a:lnTo>
                    <a:pt x="2871" y="1338"/>
                  </a:lnTo>
                  <a:lnTo>
                    <a:pt x="2915" y="1390"/>
                  </a:lnTo>
                  <a:lnTo>
                    <a:pt x="2919" y="1442"/>
                  </a:lnTo>
                  <a:lnTo>
                    <a:pt x="2835" y="1506"/>
                  </a:lnTo>
                  <a:lnTo>
                    <a:pt x="2690" y="1575"/>
                  </a:lnTo>
                  <a:lnTo>
                    <a:pt x="2535" y="1575"/>
                  </a:lnTo>
                  <a:lnTo>
                    <a:pt x="2405" y="1605"/>
                  </a:lnTo>
                  <a:lnTo>
                    <a:pt x="2345" y="1814"/>
                  </a:lnTo>
                  <a:lnTo>
                    <a:pt x="2265" y="1859"/>
                  </a:lnTo>
                  <a:lnTo>
                    <a:pt x="2259" y="1898"/>
                  </a:lnTo>
                  <a:lnTo>
                    <a:pt x="2175" y="1902"/>
                  </a:lnTo>
                  <a:lnTo>
                    <a:pt x="2150" y="1859"/>
                  </a:lnTo>
                  <a:lnTo>
                    <a:pt x="2055" y="1844"/>
                  </a:lnTo>
                  <a:lnTo>
                    <a:pt x="1935" y="1934"/>
                  </a:lnTo>
                  <a:lnTo>
                    <a:pt x="1865" y="2054"/>
                  </a:lnTo>
                  <a:lnTo>
                    <a:pt x="1785" y="2144"/>
                  </a:lnTo>
                  <a:lnTo>
                    <a:pt x="1775" y="2278"/>
                  </a:lnTo>
                  <a:lnTo>
                    <a:pt x="1811" y="2434"/>
                  </a:lnTo>
                  <a:lnTo>
                    <a:pt x="1845" y="2629"/>
                  </a:lnTo>
                  <a:lnTo>
                    <a:pt x="1800" y="2764"/>
                  </a:lnTo>
                  <a:lnTo>
                    <a:pt x="1868" y="3154"/>
                  </a:lnTo>
                  <a:lnTo>
                    <a:pt x="1800" y="3109"/>
                  </a:lnTo>
                  <a:lnTo>
                    <a:pt x="1665" y="3239"/>
                  </a:lnTo>
                  <a:lnTo>
                    <a:pt x="1485" y="3229"/>
                  </a:lnTo>
                  <a:lnTo>
                    <a:pt x="1320" y="3379"/>
                  </a:lnTo>
                  <a:lnTo>
                    <a:pt x="1185" y="3389"/>
                  </a:lnTo>
                  <a:lnTo>
                    <a:pt x="1040" y="3374"/>
                  </a:lnTo>
                  <a:lnTo>
                    <a:pt x="891" y="3605"/>
                  </a:lnTo>
                  <a:lnTo>
                    <a:pt x="801" y="3598"/>
                  </a:lnTo>
                  <a:lnTo>
                    <a:pt x="787" y="3529"/>
                  </a:lnTo>
                  <a:lnTo>
                    <a:pt x="886" y="3454"/>
                  </a:lnTo>
                  <a:lnTo>
                    <a:pt x="949" y="3365"/>
                  </a:lnTo>
                  <a:lnTo>
                    <a:pt x="960" y="3269"/>
                  </a:lnTo>
                  <a:lnTo>
                    <a:pt x="876" y="3239"/>
                  </a:lnTo>
                  <a:cubicBezTo>
                    <a:pt x="876" y="3199"/>
                    <a:pt x="875" y="3159"/>
                    <a:pt x="875" y="3119"/>
                  </a:cubicBezTo>
                  <a:lnTo>
                    <a:pt x="784" y="3109"/>
                  </a:lnTo>
                  <a:lnTo>
                    <a:pt x="705" y="3044"/>
                  </a:lnTo>
                  <a:lnTo>
                    <a:pt x="679" y="2927"/>
                  </a:lnTo>
                  <a:lnTo>
                    <a:pt x="586" y="2914"/>
                  </a:lnTo>
                  <a:lnTo>
                    <a:pt x="541" y="2983"/>
                  </a:lnTo>
                  <a:lnTo>
                    <a:pt x="335" y="3014"/>
                  </a:lnTo>
                  <a:lnTo>
                    <a:pt x="335" y="2939"/>
                  </a:lnTo>
                  <a:lnTo>
                    <a:pt x="215" y="2954"/>
                  </a:lnTo>
                  <a:lnTo>
                    <a:pt x="183" y="2998"/>
                  </a:lnTo>
                  <a:lnTo>
                    <a:pt x="94" y="2983"/>
                  </a:lnTo>
                  <a:lnTo>
                    <a:pt x="135" y="2912"/>
                  </a:lnTo>
                  <a:lnTo>
                    <a:pt x="121" y="2821"/>
                  </a:lnTo>
                  <a:lnTo>
                    <a:pt x="246" y="2854"/>
                  </a:lnTo>
                  <a:lnTo>
                    <a:pt x="375" y="2794"/>
                  </a:lnTo>
                  <a:lnTo>
                    <a:pt x="360" y="2705"/>
                  </a:lnTo>
                  <a:lnTo>
                    <a:pt x="214" y="2669"/>
                  </a:lnTo>
                  <a:lnTo>
                    <a:pt x="135" y="2782"/>
                  </a:lnTo>
                  <a:lnTo>
                    <a:pt x="96" y="2719"/>
                  </a:lnTo>
                  <a:lnTo>
                    <a:pt x="108" y="2629"/>
                  </a:lnTo>
                  <a:lnTo>
                    <a:pt x="0" y="2534"/>
                  </a:lnTo>
                  <a:lnTo>
                    <a:pt x="37" y="2402"/>
                  </a:lnTo>
                  <a:lnTo>
                    <a:pt x="79" y="2315"/>
                  </a:lnTo>
                  <a:lnTo>
                    <a:pt x="195" y="2314"/>
                  </a:lnTo>
                  <a:lnTo>
                    <a:pt x="225" y="2192"/>
                  </a:lnTo>
                  <a:lnTo>
                    <a:pt x="180" y="2084"/>
                  </a:lnTo>
                  <a:lnTo>
                    <a:pt x="165" y="1991"/>
                  </a:lnTo>
                  <a:lnTo>
                    <a:pt x="171" y="1850"/>
                  </a:lnTo>
                  <a:lnTo>
                    <a:pt x="245" y="1774"/>
                  </a:lnTo>
                  <a:lnTo>
                    <a:pt x="420" y="1770"/>
                  </a:lnTo>
                  <a:lnTo>
                    <a:pt x="419" y="1763"/>
                  </a:lnTo>
                  <a:lnTo>
                    <a:pt x="420" y="1765"/>
                  </a:lnTo>
                  <a:cubicBezTo>
                    <a:pt x="428" y="1773"/>
                    <a:pt x="436" y="1782"/>
                    <a:pt x="445" y="1790"/>
                  </a:cubicBezTo>
                  <a:lnTo>
                    <a:pt x="483" y="1804"/>
                  </a:lnTo>
                  <a:lnTo>
                    <a:pt x="529" y="1822"/>
                  </a:lnTo>
                  <a:lnTo>
                    <a:pt x="609" y="1822"/>
                  </a:lnTo>
                  <a:lnTo>
                    <a:pt x="651" y="1810"/>
                  </a:lnTo>
                  <a:lnTo>
                    <a:pt x="711" y="1804"/>
                  </a:lnTo>
                  <a:lnTo>
                    <a:pt x="747" y="1825"/>
                  </a:lnTo>
                  <a:lnTo>
                    <a:pt x="786" y="1801"/>
                  </a:lnTo>
                  <a:lnTo>
                    <a:pt x="825" y="1789"/>
                  </a:lnTo>
                  <a:cubicBezTo>
                    <a:pt x="829" y="1776"/>
                    <a:pt x="833" y="1763"/>
                    <a:pt x="837" y="1750"/>
                  </a:cubicBezTo>
                  <a:lnTo>
                    <a:pt x="864" y="1738"/>
                  </a:lnTo>
                  <a:cubicBezTo>
                    <a:pt x="878" y="1730"/>
                    <a:pt x="892" y="1722"/>
                    <a:pt x="906" y="1714"/>
                  </a:cubicBezTo>
                  <a:lnTo>
                    <a:pt x="957" y="1714"/>
                  </a:lnTo>
                  <a:cubicBezTo>
                    <a:pt x="967" y="1717"/>
                    <a:pt x="977" y="1720"/>
                    <a:pt x="987" y="1723"/>
                  </a:cubicBezTo>
                  <a:lnTo>
                    <a:pt x="1026" y="1714"/>
                  </a:lnTo>
                  <a:lnTo>
                    <a:pt x="1071" y="1738"/>
                  </a:lnTo>
                  <a:lnTo>
                    <a:pt x="1125" y="1732"/>
                  </a:lnTo>
                  <a:cubicBezTo>
                    <a:pt x="1131" y="1715"/>
                    <a:pt x="1137" y="1698"/>
                    <a:pt x="1143" y="1681"/>
                  </a:cubicBezTo>
                  <a:lnTo>
                    <a:pt x="1179" y="1708"/>
                  </a:lnTo>
                  <a:cubicBezTo>
                    <a:pt x="1180" y="1694"/>
                    <a:pt x="1181" y="1680"/>
                    <a:pt x="1182" y="1666"/>
                  </a:cubicBezTo>
                  <a:cubicBezTo>
                    <a:pt x="1190" y="1656"/>
                    <a:pt x="1198" y="1646"/>
                    <a:pt x="1206" y="1636"/>
                  </a:cubicBezTo>
                  <a:lnTo>
                    <a:pt x="1257" y="1627"/>
                  </a:lnTo>
                  <a:lnTo>
                    <a:pt x="1326" y="1639"/>
                  </a:lnTo>
                  <a:cubicBezTo>
                    <a:pt x="1331" y="1625"/>
                    <a:pt x="1336" y="1611"/>
                    <a:pt x="1341" y="1597"/>
                  </a:cubicBezTo>
                  <a:cubicBezTo>
                    <a:pt x="1335" y="1584"/>
                    <a:pt x="1329" y="1571"/>
                    <a:pt x="1323" y="1558"/>
                  </a:cubicBezTo>
                  <a:cubicBezTo>
                    <a:pt x="1325" y="1533"/>
                    <a:pt x="1327" y="1508"/>
                    <a:pt x="1329" y="1483"/>
                  </a:cubicBezTo>
                  <a:lnTo>
                    <a:pt x="1365" y="1447"/>
                  </a:lnTo>
                  <a:lnTo>
                    <a:pt x="1437" y="1450"/>
                  </a:lnTo>
                  <a:lnTo>
                    <a:pt x="1470" y="1423"/>
                  </a:lnTo>
                  <a:lnTo>
                    <a:pt x="1524" y="1414"/>
                  </a:lnTo>
                  <a:lnTo>
                    <a:pt x="1566" y="1396"/>
                  </a:lnTo>
                  <a:lnTo>
                    <a:pt x="1617" y="1372"/>
                  </a:lnTo>
                  <a:lnTo>
                    <a:pt x="1650" y="1381"/>
                  </a:lnTo>
                  <a:lnTo>
                    <a:pt x="1722" y="1408"/>
                  </a:lnTo>
                  <a:lnTo>
                    <a:pt x="1764" y="1369"/>
                  </a:lnTo>
                  <a:cubicBezTo>
                    <a:pt x="1768" y="1353"/>
                    <a:pt x="1772" y="1337"/>
                    <a:pt x="1776" y="1321"/>
                  </a:cubicBezTo>
                  <a:cubicBezTo>
                    <a:pt x="1766" y="1307"/>
                    <a:pt x="1756" y="1293"/>
                    <a:pt x="1746" y="1279"/>
                  </a:cubicBezTo>
                  <a:lnTo>
                    <a:pt x="1788" y="1240"/>
                  </a:lnTo>
                  <a:lnTo>
                    <a:pt x="1836" y="1192"/>
                  </a:lnTo>
                  <a:cubicBezTo>
                    <a:pt x="1846" y="1201"/>
                    <a:pt x="1856" y="1210"/>
                    <a:pt x="1866" y="1219"/>
                  </a:cubicBezTo>
                  <a:lnTo>
                    <a:pt x="1905" y="1237"/>
                  </a:lnTo>
                  <a:cubicBezTo>
                    <a:pt x="1911" y="1255"/>
                    <a:pt x="1917" y="1273"/>
                    <a:pt x="1923" y="1291"/>
                  </a:cubicBezTo>
                  <a:lnTo>
                    <a:pt x="1953" y="1315"/>
                  </a:lnTo>
                  <a:lnTo>
                    <a:pt x="1995" y="1327"/>
                  </a:lnTo>
                  <a:lnTo>
                    <a:pt x="2064" y="1333"/>
                  </a:lnTo>
                  <a:cubicBezTo>
                    <a:pt x="2059" y="1318"/>
                    <a:pt x="2054" y="1303"/>
                    <a:pt x="2049" y="1288"/>
                  </a:cubicBezTo>
                  <a:cubicBezTo>
                    <a:pt x="2046" y="1272"/>
                    <a:pt x="2043" y="1256"/>
                    <a:pt x="2040" y="1240"/>
                  </a:cubicBezTo>
                  <a:lnTo>
                    <a:pt x="2001" y="1252"/>
                  </a:lnTo>
                  <a:lnTo>
                    <a:pt x="1956" y="1228"/>
                  </a:lnTo>
                  <a:cubicBezTo>
                    <a:pt x="1955" y="1212"/>
                    <a:pt x="1954" y="1196"/>
                    <a:pt x="1953" y="1180"/>
                  </a:cubicBezTo>
                  <a:lnTo>
                    <a:pt x="2001" y="1183"/>
                  </a:lnTo>
                  <a:cubicBezTo>
                    <a:pt x="2011" y="1168"/>
                    <a:pt x="2021" y="1153"/>
                    <a:pt x="2031" y="1138"/>
                  </a:cubicBezTo>
                  <a:lnTo>
                    <a:pt x="2094" y="1165"/>
                  </a:lnTo>
                  <a:lnTo>
                    <a:pt x="2160" y="1183"/>
                  </a:lnTo>
                  <a:lnTo>
                    <a:pt x="2193" y="1204"/>
                  </a:lnTo>
                  <a:cubicBezTo>
                    <a:pt x="2196" y="1182"/>
                    <a:pt x="2199" y="1160"/>
                    <a:pt x="2202" y="1138"/>
                  </a:cubicBezTo>
                  <a:cubicBezTo>
                    <a:pt x="2208" y="1126"/>
                    <a:pt x="2214" y="1114"/>
                    <a:pt x="2220" y="1102"/>
                  </a:cubicBezTo>
                  <a:lnTo>
                    <a:pt x="2286" y="1111"/>
                  </a:lnTo>
                  <a:lnTo>
                    <a:pt x="2352" y="1090"/>
                  </a:lnTo>
                  <a:lnTo>
                    <a:pt x="2364" y="1042"/>
                  </a:lnTo>
                  <a:lnTo>
                    <a:pt x="2418" y="1027"/>
                  </a:lnTo>
                  <a:cubicBezTo>
                    <a:pt x="2423" y="1018"/>
                    <a:pt x="2428" y="1009"/>
                    <a:pt x="2433" y="1000"/>
                  </a:cubicBezTo>
                  <a:cubicBezTo>
                    <a:pt x="2445" y="1004"/>
                    <a:pt x="2457" y="1008"/>
                    <a:pt x="2469" y="1012"/>
                  </a:cubicBezTo>
                  <a:lnTo>
                    <a:pt x="2511" y="979"/>
                  </a:lnTo>
                  <a:cubicBezTo>
                    <a:pt x="2520" y="968"/>
                    <a:pt x="2529" y="957"/>
                    <a:pt x="2538" y="946"/>
                  </a:cubicBezTo>
                  <a:cubicBezTo>
                    <a:pt x="2532" y="937"/>
                    <a:pt x="2526" y="928"/>
                    <a:pt x="2520" y="919"/>
                  </a:cubicBezTo>
                  <a:lnTo>
                    <a:pt x="2553" y="862"/>
                  </a:lnTo>
                  <a:cubicBezTo>
                    <a:pt x="2559" y="848"/>
                    <a:pt x="2565" y="834"/>
                    <a:pt x="2571" y="820"/>
                  </a:cubicBezTo>
                  <a:lnTo>
                    <a:pt x="2649" y="769"/>
                  </a:lnTo>
                  <a:cubicBezTo>
                    <a:pt x="2652" y="759"/>
                    <a:pt x="2656" y="753"/>
                    <a:pt x="2658" y="739"/>
                  </a:cubicBezTo>
                  <a:lnTo>
                    <a:pt x="2660" y="687"/>
                  </a:lnTo>
                  <a:lnTo>
                    <a:pt x="2835" y="645"/>
                  </a:lnTo>
                  <a:lnTo>
                    <a:pt x="2945" y="620"/>
                  </a:lnTo>
                  <a:lnTo>
                    <a:pt x="2975" y="515"/>
                  </a:lnTo>
                  <a:lnTo>
                    <a:pt x="2955" y="420"/>
                  </a:lnTo>
                  <a:lnTo>
                    <a:pt x="3035" y="350"/>
                  </a:lnTo>
                  <a:lnTo>
                    <a:pt x="3095" y="530"/>
                  </a:lnTo>
                  <a:lnTo>
                    <a:pt x="3225" y="425"/>
                  </a:lnTo>
                  <a:lnTo>
                    <a:pt x="3335" y="455"/>
                  </a:lnTo>
                  <a:lnTo>
                    <a:pt x="3305" y="305"/>
                  </a:lnTo>
                  <a:lnTo>
                    <a:pt x="3365" y="240"/>
                  </a:lnTo>
                  <a:lnTo>
                    <a:pt x="3470" y="210"/>
                  </a:lnTo>
                  <a:lnTo>
                    <a:pt x="3480" y="120"/>
                  </a:lnTo>
                  <a:lnTo>
                    <a:pt x="3620" y="45"/>
                  </a:lnTo>
                  <a:lnTo>
                    <a:pt x="3705" y="135"/>
                  </a:lnTo>
                  <a:lnTo>
                    <a:pt x="3840" y="210"/>
                  </a:lnTo>
                  <a:lnTo>
                    <a:pt x="3975" y="230"/>
                  </a:lnTo>
                  <a:lnTo>
                    <a:pt x="4040" y="80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rgbClr val="C4B798"/>
            </a:solidFill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28398" dir="6993903" algn="ctr" rotWithShape="0">
                <a:srgbClr val="B2B2B2">
                  <a:alpha val="50000"/>
                </a:srgbClr>
              </a:outerShdw>
            </a:effectLst>
          </p:spPr>
          <p:txBody>
            <a:bodyPr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5">
              <a:extLst>
                <a:ext uri="{FF2B5EF4-FFF2-40B4-BE49-F238E27FC236}">
                  <a16:creationId xmlns:a16="http://schemas.microsoft.com/office/drawing/2014/main" id="{C1CE2BCD-1BD8-B402-7781-62C9CE2DA37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623516" y="3345363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46" name="Oval 25">
              <a:extLst>
                <a:ext uri="{FF2B5EF4-FFF2-40B4-BE49-F238E27FC236}">
                  <a16:creationId xmlns:a16="http://schemas.microsoft.com/office/drawing/2014/main" id="{810F1FD2-8EAA-3AB5-6401-3ABCD938F8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12166" y="1443461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47" name="Oval 25">
              <a:extLst>
                <a:ext uri="{FF2B5EF4-FFF2-40B4-BE49-F238E27FC236}">
                  <a16:creationId xmlns:a16="http://schemas.microsoft.com/office/drawing/2014/main" id="{55E06D68-C8C1-739C-99EA-7A387FC4AAB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966449" y="1822950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48" name="Oval 25">
              <a:extLst>
                <a:ext uri="{FF2B5EF4-FFF2-40B4-BE49-F238E27FC236}">
                  <a16:creationId xmlns:a16="http://schemas.microsoft.com/office/drawing/2014/main" id="{A79BA035-3494-3562-FA90-4F9A5F2A18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91603" y="4741374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49" name="Oval 25">
              <a:extLst>
                <a:ext uri="{FF2B5EF4-FFF2-40B4-BE49-F238E27FC236}">
                  <a16:creationId xmlns:a16="http://schemas.microsoft.com/office/drawing/2014/main" id="{6EAC2B06-0A00-E8AF-F1DA-0A6232CA3A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62237" y="3395011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0" name="Oval 25">
              <a:extLst>
                <a:ext uri="{FF2B5EF4-FFF2-40B4-BE49-F238E27FC236}">
                  <a16:creationId xmlns:a16="http://schemas.microsoft.com/office/drawing/2014/main" id="{C7AA7429-F49C-E32D-9597-CCFFC00D66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42035" y="3375401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1" name="Oval 25">
              <a:extLst>
                <a:ext uri="{FF2B5EF4-FFF2-40B4-BE49-F238E27FC236}">
                  <a16:creationId xmlns:a16="http://schemas.microsoft.com/office/drawing/2014/main" id="{B23FE0E4-4428-2EE0-EDB8-9194ED9A7D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41521" y="3923571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2" name="Oval 25">
              <a:extLst>
                <a:ext uri="{FF2B5EF4-FFF2-40B4-BE49-F238E27FC236}">
                  <a16:creationId xmlns:a16="http://schemas.microsoft.com/office/drawing/2014/main" id="{88F5112F-BED4-8B66-3E07-39F4EE8093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68587" y="4727678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3" name="Oval 25">
              <a:extLst>
                <a:ext uri="{FF2B5EF4-FFF2-40B4-BE49-F238E27FC236}">
                  <a16:creationId xmlns:a16="http://schemas.microsoft.com/office/drawing/2014/main" id="{7AA8ECA6-22C2-98FA-1B32-A7AA9A1E29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77408" y="5613895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500E8936-D8DD-F804-D3B1-16E960EF3C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84871" y="5561948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5" name="Oval 25">
              <a:extLst>
                <a:ext uri="{FF2B5EF4-FFF2-40B4-BE49-F238E27FC236}">
                  <a16:creationId xmlns:a16="http://schemas.microsoft.com/office/drawing/2014/main" id="{C1588008-C2E0-01CA-C956-45CEBCC6A5A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478213" y="2725802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  <p:sp>
          <p:nvSpPr>
            <p:cNvPr id="56" name="Oval 25">
              <a:extLst>
                <a:ext uri="{FF2B5EF4-FFF2-40B4-BE49-F238E27FC236}">
                  <a16:creationId xmlns:a16="http://schemas.microsoft.com/office/drawing/2014/main" id="{E412D7CA-E5D0-8314-BF7F-4BE4260580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13641" y="3826547"/>
              <a:ext cx="108821" cy="10882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35921" dir="2700000" sx="66000" sy="66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kern="0" dirty="0">
                <a:solidFill>
                  <a:sysClr val="windowText" lastClr="000000"/>
                </a:solidFill>
                <a:latin typeface="Calibri" pitchFamily="34" charset="0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D999339-79A2-C738-E438-AD1DAA580689}"/>
              </a:ext>
            </a:extLst>
          </p:cNvPr>
          <p:cNvGrpSpPr/>
          <p:nvPr/>
        </p:nvGrpSpPr>
        <p:grpSpPr>
          <a:xfrm>
            <a:off x="7672179" y="1654509"/>
            <a:ext cx="4108968" cy="1014070"/>
            <a:chOff x="3819525" y="1096737"/>
            <a:chExt cx="6998101" cy="1523463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08807DA-E75D-724A-90A5-45095D552B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551" t="11556" r="8029" b="17358"/>
            <a:stretch/>
          </p:blipFill>
          <p:spPr>
            <a:xfrm>
              <a:off x="7117213" y="1096737"/>
              <a:ext cx="1787807" cy="1523463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137B66E-7276-3B4A-05E0-3180E9C95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3600" y="1245140"/>
              <a:ext cx="1312351" cy="1312351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55A8131-94A6-F6FB-8113-10B1E49A8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9525" y="1195881"/>
              <a:ext cx="1536418" cy="1424319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B6CBA2D-2432-2F8C-00E0-F3063F30A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819" y="1664931"/>
              <a:ext cx="1787807" cy="510802"/>
            </a:xfrm>
            <a:prstGeom prst="rect">
              <a:avLst/>
            </a:prstGeom>
          </p:spPr>
        </p:pic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7A7A1E49-057D-A412-E98C-34D049612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965" y="4279548"/>
            <a:ext cx="1049719" cy="1024958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A84AF44B-7940-2A2E-D5F8-B1A56DCDAC0C}"/>
              </a:ext>
            </a:extLst>
          </p:cNvPr>
          <p:cNvGrpSpPr/>
          <p:nvPr/>
        </p:nvGrpSpPr>
        <p:grpSpPr>
          <a:xfrm>
            <a:off x="8646965" y="2850299"/>
            <a:ext cx="2927621" cy="1207486"/>
            <a:chOff x="5538481" y="3676809"/>
            <a:chExt cx="4231651" cy="1523463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A48E35B0-51AA-A1B0-D01D-665547AE7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30228" y="3676809"/>
              <a:ext cx="2339904" cy="1523463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E11515B-D622-FF75-38EE-6FC71AE54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38481" y="3676809"/>
              <a:ext cx="1578119" cy="1424319"/>
            </a:xfrm>
            <a:prstGeom prst="rect">
              <a:avLst/>
            </a:prstGeom>
          </p:spPr>
        </p:pic>
      </p:grpSp>
      <p:sp>
        <p:nvSpPr>
          <p:cNvPr id="94" name="Chevron 2">
            <a:extLst>
              <a:ext uri="{FF2B5EF4-FFF2-40B4-BE49-F238E27FC236}">
                <a16:creationId xmlns:a16="http://schemas.microsoft.com/office/drawing/2014/main" id="{DD0AA99A-05DF-6396-118B-0456727E9363}"/>
              </a:ext>
            </a:extLst>
          </p:cNvPr>
          <p:cNvSpPr/>
          <p:nvPr/>
        </p:nvSpPr>
        <p:spPr>
          <a:xfrm>
            <a:off x="5241389" y="1767249"/>
            <a:ext cx="2404547" cy="90133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Expert Consultation to world renowned bodies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5" name="Chevron 5">
            <a:extLst>
              <a:ext uri="{FF2B5EF4-FFF2-40B4-BE49-F238E27FC236}">
                <a16:creationId xmlns:a16="http://schemas.microsoft.com/office/drawing/2014/main" id="{9D2AE34F-8900-C1A5-3D21-FB4536A55506}"/>
              </a:ext>
            </a:extLst>
          </p:cNvPr>
          <p:cNvSpPr/>
          <p:nvPr/>
        </p:nvSpPr>
        <p:spPr>
          <a:xfrm>
            <a:off x="5180164" y="3064859"/>
            <a:ext cx="2465772" cy="857806"/>
          </a:xfrm>
          <a:prstGeom prst="chevron">
            <a:avLst/>
          </a:prstGeom>
          <a:solidFill>
            <a:srgbClr val="07A398"/>
          </a:solidFill>
          <a:ln>
            <a:solidFill>
              <a:srgbClr val="07A3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Expert Advise to key GOI departments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6" name="Chevron 4">
            <a:extLst>
              <a:ext uri="{FF2B5EF4-FFF2-40B4-BE49-F238E27FC236}">
                <a16:creationId xmlns:a16="http://schemas.microsoft.com/office/drawing/2014/main" id="{CACAFA77-508F-1B74-ECBB-E760BB37AF89}"/>
              </a:ext>
            </a:extLst>
          </p:cNvPr>
          <p:cNvSpPr/>
          <p:nvPr/>
        </p:nvSpPr>
        <p:spPr>
          <a:xfrm>
            <a:off x="5241389" y="4370037"/>
            <a:ext cx="2430790" cy="920182"/>
          </a:xfrm>
          <a:prstGeom prst="chevron">
            <a:avLst/>
          </a:prstGeom>
          <a:solidFill>
            <a:srgbClr val="FBA200"/>
          </a:solidFill>
          <a:ln>
            <a:solidFill>
              <a:srgbClr val="FBA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Major Outreach Programme with leading govt bodies &amp; Ministry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D0B0206E-4955-5370-729C-CC2BB02DF8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6274" y="4175956"/>
            <a:ext cx="1588312" cy="112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8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2012 – Partnership with DBS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25" y="1223961"/>
            <a:ext cx="6013860" cy="1990254"/>
          </a:xfrm>
        </p:spPr>
        <p:txBody>
          <a:bodyPr>
            <a:normAutofit fontScale="700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Supported 41 enterprises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Provided Mentoring and Funding Support for 36 months </a:t>
            </a:r>
          </a:p>
          <a:p>
            <a:pPr marL="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Managed total funds of INR 5 Cr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DBS Bank Ltd. – United Nations Environment – Finance Initiative">
            <a:extLst>
              <a:ext uri="{FF2B5EF4-FFF2-40B4-BE49-F238E27FC236}">
                <a16:creationId xmlns:a16="http://schemas.microsoft.com/office/drawing/2014/main" id="{79539E0D-8E51-EF21-397C-5E7634760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1466" y="5172075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A622A7A-73D0-42B9-5544-1A7E1C64A440}"/>
              </a:ext>
            </a:extLst>
          </p:cNvPr>
          <p:cNvGrpSpPr/>
          <p:nvPr/>
        </p:nvGrpSpPr>
        <p:grpSpPr>
          <a:xfrm>
            <a:off x="7274221" y="696135"/>
            <a:ext cx="4530840" cy="3611461"/>
            <a:chOff x="6962935" y="1189188"/>
            <a:chExt cx="4530840" cy="3611461"/>
          </a:xfrm>
        </p:grpSpPr>
        <p:pic>
          <p:nvPicPr>
            <p:cNvPr id="1030" name="Picture 6" descr="DBS India Blog">
              <a:extLst>
                <a:ext uri="{FF2B5EF4-FFF2-40B4-BE49-F238E27FC236}">
                  <a16:creationId xmlns:a16="http://schemas.microsoft.com/office/drawing/2014/main" id="{3862CCDF-B7E1-E3C0-7672-8EF9E7E02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2935" y="1189188"/>
              <a:ext cx="3855843" cy="20597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32" name="Picture 8" descr="Bharat Calling - transforming lives of rural India through education">
              <a:extLst>
                <a:ext uri="{FF2B5EF4-FFF2-40B4-BE49-F238E27FC236}">
                  <a16:creationId xmlns:a16="http://schemas.microsoft.com/office/drawing/2014/main" id="{7BEC38FA-B34B-8BE9-D421-6854A6D3A6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3925" y="2860724"/>
              <a:ext cx="3879850" cy="19399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0555D14-EB05-C216-296A-85CF3C63791C}"/>
              </a:ext>
            </a:extLst>
          </p:cNvPr>
          <p:cNvGrpSpPr/>
          <p:nvPr/>
        </p:nvGrpSpPr>
        <p:grpSpPr>
          <a:xfrm>
            <a:off x="698225" y="3378454"/>
            <a:ext cx="6321902" cy="3167922"/>
            <a:chOff x="286286" y="3324952"/>
            <a:chExt cx="6321902" cy="3167922"/>
          </a:xfrm>
        </p:grpSpPr>
        <p:pic>
          <p:nvPicPr>
            <p:cNvPr id="1028" name="Picture 4" descr="Krishi Naturals's farm-to-plate mission helps both farmers and consumers">
              <a:extLst>
                <a:ext uri="{FF2B5EF4-FFF2-40B4-BE49-F238E27FC236}">
                  <a16:creationId xmlns:a16="http://schemas.microsoft.com/office/drawing/2014/main" id="{20351A3C-02D3-8485-AA28-7A56027B7D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286" y="3324952"/>
              <a:ext cx="3879849" cy="19399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34" name="Picture 10" descr="How Debartha, Ritwik, and Jayant are revolutionising waste collection  systems in India">
              <a:extLst>
                <a:ext uri="{FF2B5EF4-FFF2-40B4-BE49-F238E27FC236}">
                  <a16:creationId xmlns:a16="http://schemas.microsoft.com/office/drawing/2014/main" id="{9FC3D5D0-9D0E-C210-336C-237559BE54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1849" y="4399704"/>
              <a:ext cx="4186339" cy="209317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</p:spTree>
    <p:extLst>
      <p:ext uri="{BB962C8B-B14F-4D97-AF65-F5344CB8AC3E}">
        <p14:creationId xmlns:p14="http://schemas.microsoft.com/office/powerpoint/2010/main" val="35483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F64C-5DDE-366B-C57C-1D1A70F7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2012: SRREOSHI : Durgapur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2D4F-2469-F381-FEA9-8F7940066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Training &amp; mentoring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Incubating the Incubator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Focused on marginalised Tribal Women entrepreneurs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53196-D765-DEF5-6DD2-E4DD45DC4A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8281" y="4200559"/>
            <a:ext cx="2266950" cy="2266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35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F64C-5DDE-366B-C57C-1D1A70F7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2014: </a:t>
            </a:r>
            <a:r>
              <a:rPr lang="en-IN" dirty="0" err="1"/>
              <a:t>Shivganga</a:t>
            </a:r>
            <a:r>
              <a:rPr lang="en-IN" dirty="0"/>
              <a:t> </a:t>
            </a:r>
            <a:r>
              <a:rPr lang="en-IN" dirty="0" err="1"/>
              <a:t>Samgra</a:t>
            </a:r>
            <a:r>
              <a:rPr lang="en-IN" dirty="0"/>
              <a:t> Grameen Vikas Parishad- </a:t>
            </a:r>
            <a:r>
              <a:rPr lang="en-IN" dirty="0" err="1"/>
              <a:t>Jhabua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2D4F-2469-F381-FEA9-8F7940066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Impetus on entrepreneurship as means of social reform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Deep engagement with farmers and youth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Interventions led to development of two verticals –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Jhabua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Naturals: Organic Vegetable supply to towns in the vicinity </a:t>
            </a:r>
          </a:p>
          <a:p>
            <a:pPr lvl="1">
              <a:lnSpc>
                <a:spcPct val="150000"/>
              </a:lnSpc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Jhabua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Craft: Artifacts made out of bamboo </a:t>
            </a:r>
          </a:p>
          <a:p>
            <a:pPr>
              <a:lnSpc>
                <a:spcPct val="150000"/>
              </a:lnSpc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31550-602A-185B-1F2E-5D19B19397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1342" y="1347771"/>
            <a:ext cx="3500439" cy="1609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Shivganga Jhabua | Indore">
            <a:extLst>
              <a:ext uri="{FF2B5EF4-FFF2-40B4-BE49-F238E27FC236}">
                <a16:creationId xmlns:a16="http://schemas.microsoft.com/office/drawing/2014/main" id="{78F5B0AE-C45B-AE7F-06E1-4F60D6FC4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5419" y="4705350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7D4BD5-55CB-3740-27AB-4DA80A2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702" y="3105036"/>
            <a:ext cx="2742717" cy="23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3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D726-62A1-0A1B-CCDA-7B0CC1CA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2014: Kathmandu &amp; Janakpur - Nepal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C998-28B9-D3A1-1367-614DBFD35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Capacity building of NGO partners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Small Business Support Programme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Training and Mentoring young entrepreneurs to run micro-enterprises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6E382-29E2-42AE-ABBB-26AD36FF8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85402"/>
            <a:ext cx="2550160" cy="4636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610D69-E781-F18E-666B-1439A2863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165" y="4104735"/>
            <a:ext cx="3184187" cy="23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0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44" y="403934"/>
            <a:ext cx="1092254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2016: Small Business Support Programme – Kashmir Valley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25" y="1223961"/>
            <a:ext cx="6918532" cy="1655426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Unique programme focussed on marginalised youth in Kashmir Valley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Engaged in training and mentoring young entrepreneurs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Supporting &gt;100 micro-enterprises and counting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4FED8-C35C-C9DE-672A-229960A028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2165" y="2879387"/>
            <a:ext cx="2176191" cy="3377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11E682-6328-2CDA-765A-E557BD4AAC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908" y="2927532"/>
            <a:ext cx="2772102" cy="3329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2" name="Picture 4" descr="Logo">
            <a:extLst>
              <a:ext uri="{FF2B5EF4-FFF2-40B4-BE49-F238E27FC236}">
                <a16:creationId xmlns:a16="http://schemas.microsoft.com/office/drawing/2014/main" id="{8738F867-8AD0-D849-BCC0-693A221AB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7497" y="4987252"/>
            <a:ext cx="3686787" cy="1150902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41F8D1-B75D-70CC-08C9-CAF9D9EEC1F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9340" y="1023569"/>
            <a:ext cx="3594944" cy="3377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990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50" y="311419"/>
            <a:ext cx="11499147" cy="734100"/>
          </a:xfrm>
        </p:spPr>
        <p:txBody>
          <a:bodyPr>
            <a:normAutofit fontScale="90000"/>
          </a:bodyPr>
          <a:lstStyle/>
          <a:p>
            <a:r>
              <a:rPr lang="en-IN" dirty="0"/>
              <a:t>2017 – National Entrepreneurship Award Lead Partner – Ministry of Skill Development &amp; Entrepreneurship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839" y="1696695"/>
            <a:ext cx="5825247" cy="2058183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Successfully Led the National Entrepreneurship Award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Streamlined Award Process 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Managed a budget of INR 3 Cr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Continued to be core committee member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 descr="MoSDE's 'Apprenticeship Mela' culminates with 51,000+ people getting  apprenticeships">
            <a:extLst>
              <a:ext uri="{FF2B5EF4-FFF2-40B4-BE49-F238E27FC236}">
                <a16:creationId xmlns:a16="http://schemas.microsoft.com/office/drawing/2014/main" id="{CA143E7A-B5A2-9259-356C-32CFFF742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1039" y="4300712"/>
            <a:ext cx="4233152" cy="246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ational Entrepreneurship Awards Scheme (NEAS) | Enterprisers.in">
            <a:extLst>
              <a:ext uri="{FF2B5EF4-FFF2-40B4-BE49-F238E27FC236}">
                <a16:creationId xmlns:a16="http://schemas.microsoft.com/office/drawing/2014/main" id="{4F7467A3-BEA9-8F6F-F6BF-23E594726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253" y="4229270"/>
            <a:ext cx="6260418" cy="2317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raveling the National Entrepreneurship Award (NEA) with Prof. Satyajit  Majumdar, the esteemed core committee member of NEA | Jaipuria Institute of  Management Blog- Latest Event &amp; Updates">
            <a:extLst>
              <a:ext uri="{FF2B5EF4-FFF2-40B4-BE49-F238E27FC236}">
                <a16:creationId xmlns:a16="http://schemas.microsoft.com/office/drawing/2014/main" id="{35C81D6B-BE40-5FA9-836B-954AEFE8B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4262" y="1281023"/>
            <a:ext cx="4755236" cy="2668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167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50" y="311419"/>
            <a:ext cx="11499147" cy="734100"/>
          </a:xfrm>
        </p:spPr>
        <p:txBody>
          <a:bodyPr>
            <a:normAutofit/>
          </a:bodyPr>
          <a:lstStyle/>
          <a:p>
            <a:r>
              <a:rPr lang="en-IN" dirty="0"/>
              <a:t>2017 – Impact Assessment Study: BORL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839" y="1696695"/>
            <a:ext cx="7060659" cy="3410326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Detailed study done on the CSR initiatives undertaken by BORL in Bina region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Covered 22 villages across four themes –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Sports &amp; Culture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Education and Skill Development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Healthcare, Hygiene and Sanitation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Rural Development &amp; Environmental Sustainability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Provided a strategic CSR framework for future actions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098" name="Picture 2" descr="Centre for High Technology: Acm">
            <a:extLst>
              <a:ext uri="{FF2B5EF4-FFF2-40B4-BE49-F238E27FC236}">
                <a16:creationId xmlns:a16="http://schemas.microsoft.com/office/drawing/2014/main" id="{AB0309DB-38B0-CAA5-7B15-9AA84D704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17376" y="4660631"/>
            <a:ext cx="24288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CCCF59-502C-4F0D-55A9-D53732E10A2B}"/>
              </a:ext>
            </a:extLst>
          </p:cNvPr>
          <p:cNvSpPr txBox="1"/>
          <p:nvPr/>
        </p:nvSpPr>
        <p:spPr>
          <a:xfrm>
            <a:off x="3047189" y="3275112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8D98E-498D-F890-5A63-D3B1DF3BBBC6}"/>
              </a:ext>
            </a:extLst>
          </p:cNvPr>
          <p:cNvSpPr txBox="1"/>
          <p:nvPr/>
        </p:nvSpPr>
        <p:spPr>
          <a:xfrm>
            <a:off x="3047189" y="3275112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0914E-A15E-0AB3-DAD3-AB2B93FC55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419" t="10530" r="16037" b="5598"/>
          <a:stretch/>
        </p:blipFill>
        <p:spPr>
          <a:xfrm>
            <a:off x="8593738" y="1408517"/>
            <a:ext cx="3028220" cy="288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2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2018 – Official Knowledge Partner – BIRAC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475"/>
            <a:ext cx="5961434" cy="1062989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Official Knowledge Partner to SPARSH SIIP Programme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Supported 15 Tech Innovators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74" name="Picture 2" descr="BIRAC: Special Call of Biotechnology Ignition Grant (BIG) - iLovePhD">
            <a:extLst>
              <a:ext uri="{FF2B5EF4-FFF2-40B4-BE49-F238E27FC236}">
                <a16:creationId xmlns:a16="http://schemas.microsoft.com/office/drawing/2014/main" id="{A0FBFABD-27E3-AE3D-E5CB-EC1207BDC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86" t="17110" r="26944" b="19392"/>
          <a:stretch/>
        </p:blipFill>
        <p:spPr bwMode="auto">
          <a:xfrm>
            <a:off x="9231550" y="4610911"/>
            <a:ext cx="2772382" cy="208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592F71-9432-0BCD-61FA-76FC610A1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34" y="2826932"/>
            <a:ext cx="5620399" cy="3567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962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2019 – Scaling up of SPARSH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08" y="1009002"/>
            <a:ext cx="7352490" cy="4010470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Official Knowledge Partner to scaled up version of SPARSH SIIP Programme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No of TBI partners scaled up from 4 to 14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Supported 2 cohorts of 70 Tech Innovators each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Created process layout 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Regular Workshops and Trainings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Monthly reviews with all 70 Fellows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Quarterly Field visits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074" name="Picture 2" descr="BIRAC: Special Call of Biotechnology Ignition Grant (BIG) - iLovePhD">
            <a:extLst>
              <a:ext uri="{FF2B5EF4-FFF2-40B4-BE49-F238E27FC236}">
                <a16:creationId xmlns:a16="http://schemas.microsoft.com/office/drawing/2014/main" id="{A0FBFABD-27E3-AE3D-E5CB-EC1207BDC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86" t="17110" r="26944" b="19392"/>
          <a:stretch/>
        </p:blipFill>
        <p:spPr bwMode="auto">
          <a:xfrm>
            <a:off x="9231550" y="4610911"/>
            <a:ext cx="2772382" cy="208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46C46-ADEC-17D9-9B5B-C055C8121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45" y="4556548"/>
            <a:ext cx="3508654" cy="2139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E6846-8CD5-C4D2-A3E6-F37252062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158" y="4524588"/>
            <a:ext cx="3772919" cy="223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711BB-F9D1-CB99-E840-7C751CA86CB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28"/>
          <a:stretch/>
        </p:blipFill>
        <p:spPr>
          <a:xfrm>
            <a:off x="7788554" y="222053"/>
            <a:ext cx="4285094" cy="433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42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14B-F91D-28A6-9DD2-FADFBFC0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2019: SGSITS Incubation Forum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A04B-96E5-E003-DB97-0F32F64D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025319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Idea conceptualization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Programme Design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Mentoring the core team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Joint Programme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920F1-C554-25D7-A4A4-2266C86730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0251" y="5405202"/>
            <a:ext cx="2900461" cy="10876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620F4E-E9DE-2226-E33E-232C8D408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07" y="1308016"/>
            <a:ext cx="2227985" cy="511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32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14B-F91D-28A6-9DD2-FADFBFC0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2019-20: Engagement with Arunachal Pradesh Government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A04B-96E5-E003-DB97-0F32F64D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1" y="1690688"/>
            <a:ext cx="436372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dirty="0">
                <a:latin typeface="+mj-lt"/>
                <a:ea typeface="+mj-ea"/>
                <a:cs typeface="+mj-cs"/>
              </a:rPr>
              <a:t>Conceptualization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dirty="0">
                <a:latin typeface="+mj-lt"/>
                <a:ea typeface="+mj-ea"/>
                <a:cs typeface="+mj-cs"/>
              </a:rPr>
              <a:t>Programme design support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dirty="0">
                <a:latin typeface="+mj-lt"/>
                <a:ea typeface="+mj-ea"/>
                <a:cs typeface="+mj-cs"/>
              </a:rPr>
              <a:t>Mentoring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dirty="0">
                <a:latin typeface="+mj-lt"/>
                <a:ea typeface="+mj-ea"/>
                <a:cs typeface="+mj-cs"/>
              </a:rPr>
              <a:t>Incubation Calls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0C7B0-30C2-D808-3E1E-A8170EBBD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266" y="1350247"/>
            <a:ext cx="3585634" cy="2689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38F696-454E-904C-9654-48FF272B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267" y="4270573"/>
            <a:ext cx="3585634" cy="211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6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4449-2DE8-84BF-0D6E-5621BDE6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2020: Impact Assessment Study : NCST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1872-3115-2693-BA29-BB3340DCE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7119" cy="4351338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Assessing the effectiveness of Govt Initiative during COVID in tribal districts of MP, Chattisgarh, and Maharashtra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Research Design 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On-field data collection 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Analytics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  <a:p>
            <a:pPr lvl="1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Focus on the following Areas –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Food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Health 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Livelihood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Education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C4A80-0B08-7455-AB17-C24D62362D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5770" y="1011524"/>
            <a:ext cx="2599290" cy="35799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0337BF-D4F4-D0E7-1ECF-5A575A0B4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821" y="5453318"/>
            <a:ext cx="4514242" cy="10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48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4449-2DE8-84BF-0D6E-5621BDE6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2020: PMVDY ESDP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1872-3115-2693-BA29-BB3340DCE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the PMVDY-ESDP programme in state of Maharashtra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Focus on training and mentoring of tribal population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Mentoring VDVK’s for enterprise creation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8FEA8-1C77-892F-70C1-B0DD9F252E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9936" y="1027906"/>
            <a:ext cx="3320374" cy="2490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75037-A1D4-909F-0252-6DDADCE5CD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9936" y="4150569"/>
            <a:ext cx="3353809" cy="1679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4638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4449-2DE8-84BF-0D6E-5621BDE6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2021: </a:t>
            </a:r>
            <a:r>
              <a:rPr lang="en-IN" dirty="0" err="1"/>
              <a:t>Samanvay</a:t>
            </a:r>
            <a:r>
              <a:rPr lang="en-IN" dirty="0"/>
              <a:t> Mandapam: Agri-Entrepreneurship Programme for Grassroot: Bina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1872-3115-2693-BA29-BB3340DCE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0932" cy="4351338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Addressing the issue of youth unemployment in rural areas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Formalising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agri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-related occupations into a profession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7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2021 – Official Knowledge Partner of THINK-B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756"/>
            <a:ext cx="6652098" cy="2638870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Partnered with Distt Administration of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Jagdalpur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 Bastar Region of Chattisgarh State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Custodian of the Incubation Support Programme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Supporting &gt; 20 enterprises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Organised first ever Entrepreneurship Conclave in Bastar Region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Attended by Govt Officials, Practicing Entrepreneurs, Industry Experts and Investors.</a:t>
            </a:r>
          </a:p>
        </p:txBody>
      </p:sp>
      <p:pic>
        <p:nvPicPr>
          <p:cNvPr id="4098" name="Picture 2" descr="Bastar admin launches THINK-B to encourage local youth in innovation,  self-employment and entrepreneurship, ET Government">
            <a:extLst>
              <a:ext uri="{FF2B5EF4-FFF2-40B4-BE49-F238E27FC236}">
                <a16:creationId xmlns:a16="http://schemas.microsoft.com/office/drawing/2014/main" id="{E9D36059-A4E5-9AA1-7414-D098B117C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5527" y="5133975"/>
            <a:ext cx="26574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NLU COLLABORATES WITH THINK-B - Hidayatullah National Law University">
            <a:extLst>
              <a:ext uri="{FF2B5EF4-FFF2-40B4-BE49-F238E27FC236}">
                <a16:creationId xmlns:a16="http://schemas.microsoft.com/office/drawing/2014/main" id="{1487C2DC-FED2-0389-0B60-1D78B651E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8723"/>
          <a:stretch/>
        </p:blipFill>
        <p:spPr bwMode="auto">
          <a:xfrm>
            <a:off x="7699675" y="1068756"/>
            <a:ext cx="4073327" cy="2177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C4709-4EDE-0BC0-EEEA-247E04438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19" y="4267792"/>
            <a:ext cx="3467478" cy="2225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7CDE88-89C1-577F-1AD2-C2163BF39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395" y="4267792"/>
            <a:ext cx="3485059" cy="2177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3074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2021: Knowledge Partner Nidhi Accelerator: Maker Village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25" y="1223960"/>
            <a:ext cx="6918532" cy="3241035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Supporting 15 enterprises</a:t>
            </a:r>
          </a:p>
          <a:p>
            <a:pPr marL="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Focus on finer nuances of enterprise creation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Regular workshops and reviews covering –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Venture Plan Writing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Marketing – Customer Identification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How to approach investment pitch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479A7-1B92-8AAB-2BCA-6C6083413B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1974" y="1223960"/>
            <a:ext cx="3196082" cy="1709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0" name="Picture 6" descr="Incubation agreement with Maker Village - Silizium Circuits">
            <a:extLst>
              <a:ext uri="{FF2B5EF4-FFF2-40B4-BE49-F238E27FC236}">
                <a16:creationId xmlns:a16="http://schemas.microsoft.com/office/drawing/2014/main" id="{CE08D77E-FE14-86E4-0EC5-C87B22D44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03310" y="4464995"/>
            <a:ext cx="4094746" cy="229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BC9C3317-61AC-597F-C818-855E6EC2DB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68C87-E8A7-CA2E-9952-0F53FBD493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8400" y="3023328"/>
            <a:ext cx="3084628" cy="1725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4746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2022 – Transformation Fellowship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740" y="901249"/>
            <a:ext cx="5967542" cy="1383988"/>
          </a:xfrm>
        </p:spPr>
        <p:txBody>
          <a:bodyPr>
            <a:normAutofit fontScale="625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Supported 14 Transgender Youth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Programme Focused on Academic Learning, Professional Development, and Career Readiness 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2 Fellows pursuing higher education, others are placed or in the process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7B54B-81D8-B433-317E-D9B6094E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90" y="3905102"/>
            <a:ext cx="4310653" cy="2400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AF83E6-300C-564D-E84F-EBA5C8A0F2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7283" y="1007086"/>
            <a:ext cx="4314160" cy="2024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011FCE1-0C4F-FC97-06E8-E9CE2C5D80FC}"/>
              </a:ext>
            </a:extLst>
          </p:cNvPr>
          <p:cNvGrpSpPr/>
          <p:nvPr/>
        </p:nvGrpSpPr>
        <p:grpSpPr>
          <a:xfrm>
            <a:off x="1410510" y="2324911"/>
            <a:ext cx="4610911" cy="2271529"/>
            <a:chOff x="486383" y="4241260"/>
            <a:chExt cx="4610911" cy="225161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0CADD777-F312-225F-7393-DB29A1796E86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471631"/>
              <a:ext cx="3837183" cy="4700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Tx/>
                <a:buNone/>
              </a:pPr>
              <a:r>
                <a:rPr lang="en-IN" dirty="0"/>
                <a:t>Internship Placement</a:t>
              </a:r>
            </a:p>
            <a:p>
              <a:pPr marL="0" indent="0" algn="ctr">
                <a:buClrTx/>
                <a:buNone/>
              </a:pPr>
              <a:endParaRPr lang="en-IN" dirty="0"/>
            </a:p>
            <a:p>
              <a:pPr marL="0" indent="0" algn="ctr">
                <a:buClrTx/>
                <a:buNone/>
              </a:pPr>
              <a:endParaRPr lang="en-IN" dirty="0"/>
            </a:p>
          </p:txBody>
        </p:sp>
        <p:pic>
          <p:nvPicPr>
            <p:cNvPr id="5122" name="Picture 2" descr="The logo | Unilever">
              <a:extLst>
                <a:ext uri="{FF2B5EF4-FFF2-40B4-BE49-F238E27FC236}">
                  <a16:creationId xmlns:a16="http://schemas.microsoft.com/office/drawing/2014/main" id="{C32E1035-6919-D9B6-2908-933D7F69D1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23" y="4856582"/>
              <a:ext cx="1605993" cy="8438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5124" name="Picture 4" descr="Asian Paints Implements PAM Controls Across the Entire Enterprise | CyberArk">
              <a:extLst>
                <a:ext uri="{FF2B5EF4-FFF2-40B4-BE49-F238E27FC236}">
                  <a16:creationId xmlns:a16="http://schemas.microsoft.com/office/drawing/2014/main" id="{68D726FF-CF95-1046-89EA-54113A74C2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970" y="4941652"/>
              <a:ext cx="1222736" cy="661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9654B1-C7D1-EEE9-ED04-CCF2599C5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34706" y="5091256"/>
              <a:ext cx="1167319" cy="362271"/>
            </a:xfrm>
            <a:prstGeom prst="rect">
              <a:avLst/>
            </a:prstGeom>
          </p:spPr>
        </p:pic>
        <p:pic>
          <p:nvPicPr>
            <p:cNvPr id="5126" name="Picture 6" descr="Godrej Properties is chosen as the new brand leader of Indian real estate">
              <a:extLst>
                <a:ext uri="{FF2B5EF4-FFF2-40B4-BE49-F238E27FC236}">
                  <a16:creationId xmlns:a16="http://schemas.microsoft.com/office/drawing/2014/main" id="{80495909-FEB0-6E6D-16E4-29CEE3B2B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3102" y="5577401"/>
              <a:ext cx="1660471" cy="867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92E1237-B5C3-3C63-72BA-D7DC2B9D0ADD}"/>
                </a:ext>
              </a:extLst>
            </p:cNvPr>
            <p:cNvSpPr/>
            <p:nvPr/>
          </p:nvSpPr>
          <p:spPr>
            <a:xfrm>
              <a:off x="486383" y="4241260"/>
              <a:ext cx="4610911" cy="22516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8F4A649-148F-841C-E2EA-70FE3038E3CE}"/>
              </a:ext>
            </a:extLst>
          </p:cNvPr>
          <p:cNvSpPr txBox="1">
            <a:spLocks/>
          </p:cNvSpPr>
          <p:nvPr/>
        </p:nvSpPr>
        <p:spPr>
          <a:xfrm>
            <a:off x="1762327" y="4690271"/>
            <a:ext cx="3837183" cy="474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IN" dirty="0"/>
              <a:t>Final Placement</a:t>
            </a:r>
          </a:p>
          <a:p>
            <a:pPr marL="0" indent="0" algn="ctr">
              <a:buClrTx/>
              <a:buNone/>
            </a:pPr>
            <a:endParaRPr lang="en-IN" dirty="0"/>
          </a:p>
          <a:p>
            <a:pPr marL="0" indent="0" algn="ctr">
              <a:buClrTx/>
              <a:buNone/>
            </a:pPr>
            <a:endParaRPr lang="en-IN" dirty="0"/>
          </a:p>
        </p:txBody>
      </p:sp>
      <p:pic>
        <p:nvPicPr>
          <p:cNvPr id="17" name="Picture 4" descr="Asian Paints Implements PAM Controls Across the Entire Enterprise | CyberArk">
            <a:extLst>
              <a:ext uri="{FF2B5EF4-FFF2-40B4-BE49-F238E27FC236}">
                <a16:creationId xmlns:a16="http://schemas.microsoft.com/office/drawing/2014/main" id="{4A1ACD05-EC40-DD3B-ABF4-7DC8727E0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4493" y="5105227"/>
            <a:ext cx="1222736" cy="66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Godrej Properties is chosen as the new brand leader of Indian real estate">
            <a:extLst>
              <a:ext uri="{FF2B5EF4-FFF2-40B4-BE49-F238E27FC236}">
                <a16:creationId xmlns:a16="http://schemas.microsoft.com/office/drawing/2014/main" id="{C1F6FE20-857B-0D09-2ACA-36C6CE513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71323" y="4974264"/>
            <a:ext cx="1660471" cy="87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7F1CB0F-15F1-4029-4E59-71E7ED9127E7}"/>
              </a:ext>
            </a:extLst>
          </p:cNvPr>
          <p:cNvSpPr/>
          <p:nvPr/>
        </p:nvSpPr>
        <p:spPr>
          <a:xfrm>
            <a:off x="1410510" y="4457862"/>
            <a:ext cx="4610911" cy="227152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8" name="Picture 8" descr="Netflix Logo and symbol, meaning, history, PNG, brand">
            <a:extLst>
              <a:ext uri="{FF2B5EF4-FFF2-40B4-BE49-F238E27FC236}">
                <a16:creationId xmlns:a16="http://schemas.microsoft.com/office/drawing/2014/main" id="{3949DE5B-CA22-5EFC-E4BB-49276E3B9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322" b="17322"/>
          <a:stretch/>
        </p:blipFill>
        <p:spPr bwMode="auto">
          <a:xfrm>
            <a:off x="1819350" y="5880624"/>
            <a:ext cx="1503331" cy="54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48613AB1-AB21-F3EF-AE84-DE726E8CE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54796" y="5937299"/>
            <a:ext cx="1844714" cy="42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118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476"/>
          </a:xfrm>
        </p:spPr>
        <p:txBody>
          <a:bodyPr>
            <a:normAutofit fontScale="90000"/>
          </a:bodyPr>
          <a:lstStyle/>
          <a:p>
            <a:r>
              <a:rPr lang="en-IN" dirty="0"/>
              <a:t>2023: Certificate Programme in Technology-Based Social Entrepreneurship: British Council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25" y="1285982"/>
            <a:ext cx="5858218" cy="2572198"/>
          </a:xfrm>
        </p:spPr>
        <p:txBody>
          <a:bodyPr>
            <a:normAutofit fontScale="70000" lnSpcReduction="2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Supporting marginalized women in tribal districts of WB, and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Pandharpur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in Maharashtra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Training and mentoring in creating group enterprises utilizing local resources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 programme will support 50 micro-entrepreneurs in setting up and managing their enterprise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Building international ecosystem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6B252B-CAED-AB4D-7A8B-F286443E5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2018" y="5337592"/>
            <a:ext cx="3477873" cy="99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B79BA83-11AF-D77F-7DD7-676A02083A15}"/>
              </a:ext>
            </a:extLst>
          </p:cNvPr>
          <p:cNvGrpSpPr/>
          <p:nvPr/>
        </p:nvGrpSpPr>
        <p:grpSpPr>
          <a:xfrm>
            <a:off x="825388" y="4161560"/>
            <a:ext cx="5603891" cy="2158648"/>
            <a:chOff x="593389" y="3773788"/>
            <a:chExt cx="6575896" cy="2557482"/>
          </a:xfrm>
        </p:grpSpPr>
        <p:pic>
          <p:nvPicPr>
            <p:cNvPr id="8196" name="Picture 4" descr="University of Strathclyde | Glasgow">
              <a:extLst>
                <a:ext uri="{FF2B5EF4-FFF2-40B4-BE49-F238E27FC236}">
                  <a16:creationId xmlns:a16="http://schemas.microsoft.com/office/drawing/2014/main" id="{949E8E35-F8FD-AFC8-700B-927AE40CF4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225" y="4188145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8" name="Picture 6" descr="First made in India COVID-19 tests kit by Mylab gets approval from the  Government - Healthcare Radius">
              <a:extLst>
                <a:ext uri="{FF2B5EF4-FFF2-40B4-BE49-F238E27FC236}">
                  <a16:creationId xmlns:a16="http://schemas.microsoft.com/office/drawing/2014/main" id="{2D38D10B-05B7-45A3-C818-61E6CF781E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217" y="4474097"/>
              <a:ext cx="3503766" cy="1571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CA13937-22A3-6F6F-6AA2-4C4A62EDEE6B}"/>
                </a:ext>
              </a:extLst>
            </p:cNvPr>
            <p:cNvSpPr/>
            <p:nvPr/>
          </p:nvSpPr>
          <p:spPr>
            <a:xfrm>
              <a:off x="593389" y="3773788"/>
              <a:ext cx="6575896" cy="22715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8BFB5C61-A7C5-5F30-A02F-BE9F69B7519D}"/>
                </a:ext>
              </a:extLst>
            </p:cNvPr>
            <p:cNvSpPr txBox="1">
              <a:spLocks/>
            </p:cNvSpPr>
            <p:nvPr/>
          </p:nvSpPr>
          <p:spPr>
            <a:xfrm>
              <a:off x="1769787" y="3886854"/>
              <a:ext cx="3837183" cy="47417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Tx/>
                <a:buNone/>
              </a:pPr>
              <a:r>
                <a:rPr lang="en-IN" dirty="0"/>
                <a:t>Programme Partners</a:t>
              </a:r>
            </a:p>
            <a:p>
              <a:pPr marL="0" indent="0" algn="ctr">
                <a:buClrTx/>
                <a:buNone/>
              </a:pPr>
              <a:endParaRPr lang="en-IN" dirty="0"/>
            </a:p>
            <a:p>
              <a:pPr marL="0" indent="0" algn="ctr">
                <a:buClrTx/>
                <a:buNone/>
              </a:pPr>
              <a:endParaRPr lang="en-IN" dirty="0"/>
            </a:p>
          </p:txBody>
        </p:sp>
      </p:grpSp>
      <p:sp>
        <p:nvSpPr>
          <p:cNvPr id="10" name="AutoShape 9">
            <a:extLst>
              <a:ext uri="{FF2B5EF4-FFF2-40B4-BE49-F238E27FC236}">
                <a16:creationId xmlns:a16="http://schemas.microsoft.com/office/drawing/2014/main" id="{5C3C4D09-7441-0325-DB37-E3C9E94A8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AD274D-0647-C013-FBF9-5501F3A80D5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1416" y="1098470"/>
            <a:ext cx="2530026" cy="1473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BA3F8C-C36C-B8EA-F907-F23B2967B67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3815" y="2730371"/>
            <a:ext cx="4009985" cy="22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C7964624-6500-06C9-879B-586103B204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D4D7A-7600-3210-15F9-6A906EE654D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9052" y="1080957"/>
            <a:ext cx="2619755" cy="1473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9947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9948-C720-28F2-0C71-F239CE0C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2023: Grassroot To Global: NIF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C8A7-33D1-C08C-F496-A093948B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25" y="1223960"/>
            <a:ext cx="6918532" cy="3241035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Getting budding entrepreneurs and NIF innovators together</a:t>
            </a:r>
          </a:p>
          <a:p>
            <a:pPr marL="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Mentoring to set up technology based enterprise</a:t>
            </a:r>
          </a:p>
          <a:p>
            <a:pPr lvl="1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Business Development -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Participants will receive training and mentoring on business development</a:t>
            </a:r>
            <a:endParaRPr lang="en-IN" sz="1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Funding and/or investment – The enterprises created will receive support in the form of investment, debt or grant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218" name="Picture 2" descr="National Innovation Foundation-India">
            <a:extLst>
              <a:ext uri="{FF2B5EF4-FFF2-40B4-BE49-F238E27FC236}">
                <a16:creationId xmlns:a16="http://schemas.microsoft.com/office/drawing/2014/main" id="{16E247A0-A19E-B44E-2101-084AC7BAA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9084" y="5359840"/>
            <a:ext cx="504825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BE54F7-1C8F-3193-CE96-083CD69233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9416" y="365126"/>
            <a:ext cx="3314384" cy="4687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8656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5DD1-4907-2A21-0A74-CDDCE27E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CF00-9BFB-426F-6C0A-D564744A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2024: Partnership with District Administration of Durg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88AD3-42C0-3161-A2CD-B77E5EB93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973589"/>
            <a:ext cx="6934200" cy="526891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Started District Incubation Hub in October 2024 in association with the District Administration of Durg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Incubated &gt;50 enterprises over last 18 months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DIH became the anchor for entrepreneurship ecosystem in the region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Mobilised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local HNIs to actively participate in the enterprise creation process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Connected Durg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Incubatees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International Network of Mentors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Activated schools and colleges to nurture spirit of entrepreneurship 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Organized 3 investor conclaves / Agri-tech summit /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Ideathons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at regular intervals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27167-F21A-C44D-3C28-B893C9CD1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543" y="1086192"/>
            <a:ext cx="4685616" cy="4685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909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4920-E806-2E63-D87F-28C69B24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Major International Partnership and Collaboration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7364-D520-C297-43F2-79EADBD3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180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University of Strathclyde, Glasgow (UK)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Kennesaw State University, Georgia (US)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King’s College, Kathmandu (Nepal)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University of Colombia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Omsk Incubation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Siberia Region (Russian Federation) </a:t>
            </a:r>
          </a:p>
          <a:p>
            <a:pPr>
              <a:lnSpc>
                <a:spcPct val="150000"/>
              </a:lnSpc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254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BA13-1D64-08B2-5F9E-DDE6D7C5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8FB22-B4BF-3FAF-4BCE-252A19977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95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1250</Words>
  <Application>Microsoft Office PowerPoint</Application>
  <PresentationFormat>Widescreen</PresentationFormat>
  <Paragraphs>224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1. Brand assets – TISS Incube, TISS &amp; BMCWS logos + any brand guidelines </vt:lpstr>
      <vt:lpstr>2. Photos – High-quality photos of team, founders, field visits, workshops, events, communities, etc.</vt:lpstr>
      <vt:lpstr>2. Photos – High-quality photos of team, founders, field visits, workshops, events, communities, etc.</vt:lpstr>
      <vt:lpstr>2. Photos – High-quality photos of team, founders, field visits, workshops, events, communities, etc.</vt:lpstr>
      <vt:lpstr>2. Photos – High-quality photos of team, founders, field visits, workshops, events, communities, etc.</vt:lpstr>
      <vt:lpstr>2. Photos – High-quality photos of team, founders, field visits, workshops, events, communities, etc.</vt:lpstr>
      <vt:lpstr>Impact numbers – Latest verified figures for ventures, locations/districts, mentors, livelihoods, etc</vt:lpstr>
      <vt:lpstr>Impact numbers – Latest verified figures for ventures, locations/districts, mentors, livelihoods, etc</vt:lpstr>
      <vt:lpstr>. Ventures – Venture names, founder details, sector, short description, impact + photos/logos</vt:lpstr>
      <vt:lpstr>Partners – Official partner list + logos</vt:lpstr>
      <vt:lpstr>Partners – Official partner list + logos</vt:lpstr>
      <vt:lpstr>2012 – Partnership with DBS</vt:lpstr>
      <vt:lpstr>2012: SRREOSHI : Durgapur</vt:lpstr>
      <vt:lpstr>2014: Shivganga Samgra Grameen Vikas Parishad- Jhabua</vt:lpstr>
      <vt:lpstr>2014: Kathmandu &amp; Janakpur - Nepal </vt:lpstr>
      <vt:lpstr>2016: Small Business Support Programme – Kashmir Valley</vt:lpstr>
      <vt:lpstr>2017 – National Entrepreneurship Award Lead Partner – Ministry of Skill Development &amp; Entrepreneurship</vt:lpstr>
      <vt:lpstr>2017 – Impact Assessment Study: BORL</vt:lpstr>
      <vt:lpstr>2018 – Official Knowledge Partner – BIRAC</vt:lpstr>
      <vt:lpstr>2019 – Scaling up of SPARSH Programme</vt:lpstr>
      <vt:lpstr>2019: SGSITS Incubation Forum</vt:lpstr>
      <vt:lpstr>2019-20: Engagement with Arunachal Pradesh Government </vt:lpstr>
      <vt:lpstr>2020: Impact Assessment Study : NCST</vt:lpstr>
      <vt:lpstr>2020: PMVDY ESDP</vt:lpstr>
      <vt:lpstr>2021: Samanvay Mandapam: Agri-Entrepreneurship Programme for Grassroot: Bina</vt:lpstr>
      <vt:lpstr>2021 – Official Knowledge Partner of THINK-B</vt:lpstr>
      <vt:lpstr>2021: Knowledge Partner Nidhi Accelerator: Maker Village</vt:lpstr>
      <vt:lpstr>2022 – Transformation Fellowship Programme</vt:lpstr>
      <vt:lpstr>2023: Certificate Programme in Technology-Based Social Entrepreneurship: British Council</vt:lpstr>
      <vt:lpstr>2023: Grassroot To Global: NIF</vt:lpstr>
      <vt:lpstr>2024: Partnership with District Administration of Durg</vt:lpstr>
      <vt:lpstr>Major International Partnership and Collaboration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 DIXIT - 80592500053</dc:creator>
  <cp:lastModifiedBy>SUJAY DIXIT - 80592500053</cp:lastModifiedBy>
  <cp:revision>7</cp:revision>
  <dcterms:created xsi:type="dcterms:W3CDTF">2026-09-14T14:32:34Z</dcterms:created>
  <dcterms:modified xsi:type="dcterms:W3CDTF">2026-09-15T07:55:18Z</dcterms:modified>
</cp:coreProperties>
</file>